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3.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8288000" cy="10287000"/>
  <p:notesSz cx="6858000" cy="9144000"/>
  <p:embeddedFontLst>
    <p:embeddedFont>
      <p:font typeface="Quicksand Bold" panose="00000800000000000000"/>
      <p:bold r:id="rId17"/>
    </p:embeddedFont>
    <p:embeddedFont>
      <p:font typeface="Quicksand Medium" panose="00000600000000000000"/>
      <p:regular r:id="rId18"/>
    </p:embeddedFont>
    <p:embeddedFont>
      <p:font typeface="Calibri" panose="020F050202020403020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2" Type="http://schemas.openxmlformats.org/officeDocument/2006/relationships/slideLayout" Target="../slideLayouts/slideLayout7.xml"/><Relationship Id="rId21" Type="http://schemas.openxmlformats.org/officeDocument/2006/relationships/image" Target="../media/image21.sv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svg"/><Relationship Id="rId18" Type="http://schemas.openxmlformats.org/officeDocument/2006/relationships/image" Target="../media/image18.png"/><Relationship Id="rId17" Type="http://schemas.openxmlformats.org/officeDocument/2006/relationships/image" Target="../media/image17.svg"/><Relationship Id="rId16" Type="http://schemas.openxmlformats.org/officeDocument/2006/relationships/image" Target="../media/image16.png"/><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2" Type="http://schemas.openxmlformats.org/officeDocument/2006/relationships/slideLayout" Target="../slideLayouts/slideLayout7.xml"/><Relationship Id="rId21" Type="http://schemas.openxmlformats.org/officeDocument/2006/relationships/image" Target="../media/image21.sv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svg"/><Relationship Id="rId18" Type="http://schemas.openxmlformats.org/officeDocument/2006/relationships/image" Target="../media/image18.png"/><Relationship Id="rId17" Type="http://schemas.openxmlformats.org/officeDocument/2006/relationships/image" Target="../media/image17.svg"/><Relationship Id="rId16" Type="http://schemas.openxmlformats.org/officeDocument/2006/relationships/image" Target="../media/image16.png"/><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Freeform 3"/>
          <p:cNvSpPr/>
          <p:nvPr/>
        </p:nvSpPr>
        <p:spPr>
          <a:xfrm>
            <a:off x="1028700" y="8449183"/>
            <a:ext cx="2916026" cy="3188497"/>
          </a:xfrm>
          <a:custGeom>
            <a:avLst/>
            <a:gdLst/>
            <a:ahLst/>
            <a:cxnLst/>
            <a:rect l="l" t="t" r="r" b="b"/>
            <a:pathLst>
              <a:path w="2916026" h="3188497">
                <a:moveTo>
                  <a:pt x="0" y="0"/>
                </a:moveTo>
                <a:lnTo>
                  <a:pt x="2916026" y="0"/>
                </a:lnTo>
                <a:lnTo>
                  <a:pt x="2916026" y="3188497"/>
                </a:lnTo>
                <a:lnTo>
                  <a:pt x="0" y="3188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16914" y="252317"/>
            <a:ext cx="3375295" cy="1354317"/>
          </a:xfrm>
          <a:custGeom>
            <a:avLst/>
            <a:gdLst/>
            <a:ahLst/>
            <a:cxnLst/>
            <a:rect l="l" t="t" r="r" b="b"/>
            <a:pathLst>
              <a:path w="3375295" h="1354317">
                <a:moveTo>
                  <a:pt x="0" y="0"/>
                </a:moveTo>
                <a:lnTo>
                  <a:pt x="3375295" y="0"/>
                </a:lnTo>
                <a:lnTo>
                  <a:pt x="3375295" y="1354318"/>
                </a:lnTo>
                <a:lnTo>
                  <a:pt x="0" y="13543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601255" y="8449183"/>
            <a:ext cx="2329628" cy="2304214"/>
          </a:xfrm>
          <a:custGeom>
            <a:avLst/>
            <a:gdLst/>
            <a:ahLst/>
            <a:cxnLst/>
            <a:rect l="l" t="t" r="r" b="b"/>
            <a:pathLst>
              <a:path w="2329628" h="2304214">
                <a:moveTo>
                  <a:pt x="0" y="0"/>
                </a:moveTo>
                <a:lnTo>
                  <a:pt x="2329628" y="0"/>
                </a:lnTo>
                <a:lnTo>
                  <a:pt x="2329628" y="2304214"/>
                </a:lnTo>
                <a:lnTo>
                  <a:pt x="0" y="23042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6800039" y="929476"/>
            <a:ext cx="2520812" cy="3754258"/>
          </a:xfrm>
          <a:custGeom>
            <a:avLst/>
            <a:gdLst/>
            <a:ahLst/>
            <a:cxnLst/>
            <a:rect l="l" t="t" r="r" b="b"/>
            <a:pathLst>
              <a:path w="2520812" h="3754258">
                <a:moveTo>
                  <a:pt x="0" y="0"/>
                </a:moveTo>
                <a:lnTo>
                  <a:pt x="2520812" y="0"/>
                </a:lnTo>
                <a:lnTo>
                  <a:pt x="2520812" y="3754258"/>
                </a:lnTo>
                <a:lnTo>
                  <a:pt x="0" y="375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4940194" y="-1604172"/>
            <a:ext cx="3651751" cy="3479123"/>
          </a:xfrm>
          <a:custGeom>
            <a:avLst/>
            <a:gdLst/>
            <a:ahLst/>
            <a:cxnLst/>
            <a:rect l="l" t="t" r="r" b="b"/>
            <a:pathLst>
              <a:path w="3651751" h="3479123">
                <a:moveTo>
                  <a:pt x="0" y="0"/>
                </a:moveTo>
                <a:lnTo>
                  <a:pt x="3651750" y="0"/>
                </a:lnTo>
                <a:lnTo>
                  <a:pt x="3651750" y="3479122"/>
                </a:lnTo>
                <a:lnTo>
                  <a:pt x="0" y="347912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48932" y="5395619"/>
            <a:ext cx="988244" cy="3053564"/>
          </a:xfrm>
          <a:custGeom>
            <a:avLst/>
            <a:gdLst/>
            <a:ahLst/>
            <a:cxnLst/>
            <a:rect l="l" t="t" r="r" b="b"/>
            <a:pathLst>
              <a:path w="988244" h="3053564">
                <a:moveTo>
                  <a:pt x="0" y="0"/>
                </a:moveTo>
                <a:lnTo>
                  <a:pt x="988244" y="0"/>
                </a:lnTo>
                <a:lnTo>
                  <a:pt x="988244" y="3053564"/>
                </a:lnTo>
                <a:lnTo>
                  <a:pt x="0" y="305356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4978514" y="8977148"/>
            <a:ext cx="3290500" cy="3552497"/>
          </a:xfrm>
          <a:custGeom>
            <a:avLst/>
            <a:gdLst/>
            <a:ahLst/>
            <a:cxnLst/>
            <a:rect l="l" t="t" r="r" b="b"/>
            <a:pathLst>
              <a:path w="3290500" h="3552497">
                <a:moveTo>
                  <a:pt x="0" y="0"/>
                </a:moveTo>
                <a:lnTo>
                  <a:pt x="3290500" y="0"/>
                </a:lnTo>
                <a:lnTo>
                  <a:pt x="3290500" y="3552497"/>
                </a:lnTo>
                <a:lnTo>
                  <a:pt x="0" y="355249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9564414" y="9258300"/>
            <a:ext cx="4740262" cy="1965054"/>
          </a:xfrm>
          <a:custGeom>
            <a:avLst/>
            <a:gdLst/>
            <a:ahLst/>
            <a:cxnLst/>
            <a:rect l="l" t="t" r="r" b="b"/>
            <a:pathLst>
              <a:path w="4740262" h="1965054">
                <a:moveTo>
                  <a:pt x="0" y="0"/>
                </a:moveTo>
                <a:lnTo>
                  <a:pt x="4740262" y="0"/>
                </a:lnTo>
                <a:lnTo>
                  <a:pt x="4740262" y="1965054"/>
                </a:lnTo>
                <a:lnTo>
                  <a:pt x="0" y="19650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a:off x="4972572" y="-949396"/>
            <a:ext cx="5042144" cy="2090198"/>
          </a:xfrm>
          <a:custGeom>
            <a:avLst/>
            <a:gdLst/>
            <a:ahLst/>
            <a:cxnLst/>
            <a:rect l="l" t="t" r="r" b="b"/>
            <a:pathLst>
              <a:path w="5042144" h="2090198">
                <a:moveTo>
                  <a:pt x="0" y="0"/>
                </a:moveTo>
                <a:lnTo>
                  <a:pt x="5042144" y="0"/>
                </a:lnTo>
                <a:lnTo>
                  <a:pt x="5042144" y="2090198"/>
                </a:lnTo>
                <a:lnTo>
                  <a:pt x="0" y="209019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2" name="Freeform 12"/>
          <p:cNvSpPr/>
          <p:nvPr/>
        </p:nvSpPr>
        <p:spPr>
          <a:xfrm>
            <a:off x="11395079" y="-2411695"/>
            <a:ext cx="3290500" cy="3552497"/>
          </a:xfrm>
          <a:custGeom>
            <a:avLst/>
            <a:gdLst/>
            <a:ahLst/>
            <a:cxnLst/>
            <a:rect l="l" t="t" r="r" b="b"/>
            <a:pathLst>
              <a:path w="3290500" h="3552497">
                <a:moveTo>
                  <a:pt x="0" y="0"/>
                </a:moveTo>
                <a:lnTo>
                  <a:pt x="3290500" y="0"/>
                </a:lnTo>
                <a:lnTo>
                  <a:pt x="3290500" y="3552497"/>
                </a:lnTo>
                <a:lnTo>
                  <a:pt x="0" y="355249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Freeform 13"/>
          <p:cNvSpPr/>
          <p:nvPr/>
        </p:nvSpPr>
        <p:spPr>
          <a:xfrm>
            <a:off x="17259300" y="5395619"/>
            <a:ext cx="3307270" cy="4114800"/>
          </a:xfrm>
          <a:custGeom>
            <a:avLst/>
            <a:gdLst/>
            <a:ahLst/>
            <a:cxnLst/>
            <a:rect l="l" t="t" r="r" b="b"/>
            <a:pathLst>
              <a:path w="3307270" h="4114800">
                <a:moveTo>
                  <a:pt x="0" y="0"/>
                </a:moveTo>
                <a:lnTo>
                  <a:pt x="3307270" y="0"/>
                </a:lnTo>
                <a:lnTo>
                  <a:pt x="3307270"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4" name="Freeform 14"/>
          <p:cNvSpPr/>
          <p:nvPr/>
        </p:nvSpPr>
        <p:spPr>
          <a:xfrm>
            <a:off x="-1224427" y="1874950"/>
            <a:ext cx="2448853" cy="2889502"/>
          </a:xfrm>
          <a:custGeom>
            <a:avLst/>
            <a:gdLst/>
            <a:ahLst/>
            <a:cxnLst/>
            <a:rect l="l" t="t" r="r" b="b"/>
            <a:pathLst>
              <a:path w="2448853" h="2889502">
                <a:moveTo>
                  <a:pt x="0" y="0"/>
                </a:moveTo>
                <a:lnTo>
                  <a:pt x="2448854" y="0"/>
                </a:lnTo>
                <a:lnTo>
                  <a:pt x="2448854" y="2889503"/>
                </a:lnTo>
                <a:lnTo>
                  <a:pt x="0" y="288950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5" name="TextBox 15"/>
          <p:cNvSpPr txBox="1"/>
          <p:nvPr/>
        </p:nvSpPr>
        <p:spPr>
          <a:xfrm>
            <a:off x="3177108" y="3373131"/>
            <a:ext cx="11933784" cy="1347470"/>
          </a:xfrm>
          <a:prstGeom prst="rect">
            <a:avLst/>
          </a:prstGeom>
        </p:spPr>
        <p:txBody>
          <a:bodyPr lIns="0" tIns="0" rIns="0" bIns="0" rtlCol="0" anchor="t">
            <a:spAutoFit/>
          </a:bodyPr>
          <a:lstStyle/>
          <a:p>
            <a:pPr algn="ctr">
              <a:lnSpc>
                <a:spcPts val="10510"/>
              </a:lnSpc>
            </a:pPr>
            <a:r>
              <a:rPr lang="en-US" sz="9385"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sz="9385"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16" name="TextBox 16"/>
          <p:cNvSpPr txBox="1"/>
          <p:nvPr/>
        </p:nvSpPr>
        <p:spPr>
          <a:xfrm>
            <a:off x="2893329" y="6334749"/>
            <a:ext cx="12501343" cy="645795"/>
          </a:xfrm>
          <a:prstGeom prst="rect">
            <a:avLst/>
          </a:prstGeom>
        </p:spPr>
        <p:txBody>
          <a:bodyPr lIns="0" tIns="0" rIns="0" bIns="0" rtlCol="0" anchor="t">
            <a:spAutoFit/>
          </a:bodyPr>
          <a:lstStyle/>
          <a:p>
            <a:pPr algn="ctr">
              <a:lnSpc>
                <a:spcPts val="5040"/>
              </a:lnSpc>
            </a:pPr>
            <a:r>
              <a:rPr lang="en-US" sz="4500" b="1">
                <a:solidFill>
                  <a:srgbClr val="FFFFFF"/>
                </a:solidFill>
                <a:latin typeface="Quicksand Bold" panose="00000800000000000000"/>
                <a:ea typeface="Quicksand Bold" panose="00000800000000000000"/>
                <a:cs typeface="Quicksand Bold" panose="00000800000000000000"/>
                <a:sym typeface="Quicksand Bold" panose="00000800000000000000"/>
              </a:rPr>
              <a:t>paragraph</a:t>
            </a:r>
            <a:endParaRPr lang="en-US" sz="45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grpSp>
        <p:nvGrpSpPr>
          <p:cNvPr id="3" name="Group 3"/>
          <p:cNvGrpSpPr>
            <a:grpSpLocks noChangeAspect="1"/>
          </p:cNvGrpSpPr>
          <p:nvPr/>
        </p:nvGrpSpPr>
        <p:grpSpPr>
          <a:xfrm rot="0">
            <a:off x="11170083" y="1028700"/>
            <a:ext cx="5262960" cy="10164357"/>
            <a:chOff x="0" y="0"/>
            <a:chExt cx="3290570" cy="6355080"/>
          </a:xfrm>
        </p:grpSpPr>
        <p:sp>
          <p:nvSpPr>
            <p:cNvPr id="4" name="Freeform 4"/>
            <p:cNvSpPr/>
            <p:nvPr/>
          </p:nvSpPr>
          <p:spPr>
            <a:xfrm>
              <a:off x="0" y="1270"/>
              <a:ext cx="3289300" cy="6353810"/>
            </a:xfrm>
            <a:custGeom>
              <a:avLst/>
              <a:gdLst/>
              <a:ahLst/>
              <a:cxnLst/>
              <a:rect l="l" t="t" r="r" b="b"/>
              <a:pathLst>
                <a:path w="3289300" h="6353810">
                  <a:moveTo>
                    <a:pt x="3289300" y="6353810"/>
                  </a:moveTo>
                  <a:lnTo>
                    <a:pt x="0" y="6353810"/>
                  </a:lnTo>
                  <a:lnTo>
                    <a:pt x="0" y="0"/>
                  </a:lnTo>
                  <a:lnTo>
                    <a:pt x="3289300" y="0"/>
                  </a:lnTo>
                  <a:lnTo>
                    <a:pt x="3289300" y="6353810"/>
                  </a:lnTo>
                  <a:close/>
                </a:path>
              </a:pathLst>
            </a:custGeom>
            <a:solidFill>
              <a:srgbClr val="000000"/>
            </a:solidFill>
          </p:spPr>
        </p:sp>
        <p:sp>
          <p:nvSpPr>
            <p:cNvPr id="5" name="Freeform 5"/>
            <p:cNvSpPr/>
            <p:nvPr/>
          </p:nvSpPr>
          <p:spPr>
            <a:xfrm>
              <a:off x="179070" y="323342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2"/>
              <a:stretch>
                <a:fillRect l="-25292" r="-25292"/>
              </a:stretch>
            </a:blipFill>
          </p:spPr>
        </p:sp>
        <p:sp>
          <p:nvSpPr>
            <p:cNvPr id="6" name="Freeform 6"/>
            <p:cNvSpPr/>
            <p:nvPr/>
          </p:nvSpPr>
          <p:spPr>
            <a:xfrm>
              <a:off x="181610" y="18034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3"/>
              <a:stretch>
                <a:fillRect l="-25339" r="-25339"/>
              </a:stretch>
            </a:blipFill>
          </p:spPr>
        </p:sp>
        <p:sp>
          <p:nvSpPr>
            <p:cNvPr id="7" name="Freeform 7"/>
            <p:cNvSpPr/>
            <p:nvPr/>
          </p:nvSpPr>
          <p:spPr>
            <a:xfrm>
              <a:off x="54610" y="439420"/>
              <a:ext cx="3173730" cy="5429250"/>
            </a:xfrm>
            <a:custGeom>
              <a:avLst/>
              <a:gdLst/>
              <a:ahLst/>
              <a:cxnLst/>
              <a:rect l="l" t="t" r="r" b="b"/>
              <a:pathLst>
                <a:path w="3173730" h="5429250">
                  <a:moveTo>
                    <a:pt x="3117850" y="751840"/>
                  </a:moveTo>
                  <a:lnTo>
                    <a:pt x="3117850" y="716280"/>
                  </a:lnTo>
                  <a:lnTo>
                    <a:pt x="3129280" y="716280"/>
                  </a:lnTo>
                  <a:lnTo>
                    <a:pt x="3129280" y="740410"/>
                  </a:lnTo>
                  <a:lnTo>
                    <a:pt x="3140710" y="740410"/>
                  </a:lnTo>
                  <a:lnTo>
                    <a:pt x="3140710" y="717550"/>
                  </a:lnTo>
                  <a:lnTo>
                    <a:pt x="3152140" y="717550"/>
                  </a:lnTo>
                  <a:lnTo>
                    <a:pt x="3152140" y="740410"/>
                  </a:lnTo>
                  <a:lnTo>
                    <a:pt x="3173730" y="740410"/>
                  </a:lnTo>
                  <a:lnTo>
                    <a:pt x="3173730" y="751840"/>
                  </a:lnTo>
                  <a:lnTo>
                    <a:pt x="3117850" y="751840"/>
                  </a:lnTo>
                  <a:close/>
                  <a:moveTo>
                    <a:pt x="3117850" y="702310"/>
                  </a:moveTo>
                  <a:lnTo>
                    <a:pt x="3117850" y="690880"/>
                  </a:lnTo>
                  <a:lnTo>
                    <a:pt x="3171190" y="690880"/>
                  </a:lnTo>
                  <a:lnTo>
                    <a:pt x="3171190" y="702310"/>
                  </a:lnTo>
                  <a:lnTo>
                    <a:pt x="3117850" y="702310"/>
                  </a:lnTo>
                  <a:close/>
                  <a:moveTo>
                    <a:pt x="3117850" y="674370"/>
                  </a:moveTo>
                  <a:lnTo>
                    <a:pt x="3117850" y="662940"/>
                  </a:lnTo>
                  <a:lnTo>
                    <a:pt x="3161030" y="662940"/>
                  </a:lnTo>
                  <a:lnTo>
                    <a:pt x="3161030" y="640080"/>
                  </a:lnTo>
                  <a:lnTo>
                    <a:pt x="3172460" y="640080"/>
                  </a:lnTo>
                  <a:lnTo>
                    <a:pt x="3172460" y="674370"/>
                  </a:lnTo>
                  <a:lnTo>
                    <a:pt x="3117850" y="674370"/>
                  </a:lnTo>
                  <a:close/>
                  <a:moveTo>
                    <a:pt x="3117850" y="628650"/>
                  </a:moveTo>
                  <a:lnTo>
                    <a:pt x="3117850" y="610870"/>
                  </a:lnTo>
                  <a:lnTo>
                    <a:pt x="3153410" y="598170"/>
                  </a:lnTo>
                  <a:lnTo>
                    <a:pt x="3153410" y="598170"/>
                  </a:lnTo>
                  <a:lnTo>
                    <a:pt x="3117850" y="585470"/>
                  </a:lnTo>
                  <a:lnTo>
                    <a:pt x="3117850" y="567690"/>
                  </a:lnTo>
                  <a:lnTo>
                    <a:pt x="3171190" y="567690"/>
                  </a:lnTo>
                  <a:lnTo>
                    <a:pt x="3171190" y="579120"/>
                  </a:lnTo>
                  <a:lnTo>
                    <a:pt x="3129280" y="579120"/>
                  </a:lnTo>
                  <a:lnTo>
                    <a:pt x="3129280" y="579120"/>
                  </a:lnTo>
                  <a:lnTo>
                    <a:pt x="3171190" y="593090"/>
                  </a:lnTo>
                  <a:lnTo>
                    <a:pt x="3171190" y="601980"/>
                  </a:lnTo>
                  <a:lnTo>
                    <a:pt x="3129280" y="615950"/>
                  </a:lnTo>
                  <a:lnTo>
                    <a:pt x="3129280" y="615950"/>
                  </a:lnTo>
                  <a:lnTo>
                    <a:pt x="3171190" y="615950"/>
                  </a:lnTo>
                  <a:lnTo>
                    <a:pt x="3171190" y="627380"/>
                  </a:lnTo>
                  <a:lnTo>
                    <a:pt x="3117850" y="628650"/>
                  </a:lnTo>
                  <a:lnTo>
                    <a:pt x="3117850" y="628650"/>
                  </a:lnTo>
                  <a:close/>
                  <a:moveTo>
                    <a:pt x="3117850" y="523240"/>
                  </a:moveTo>
                  <a:lnTo>
                    <a:pt x="3117850" y="506730"/>
                  </a:lnTo>
                  <a:lnTo>
                    <a:pt x="3155950" y="483870"/>
                  </a:lnTo>
                  <a:lnTo>
                    <a:pt x="3155950" y="483870"/>
                  </a:lnTo>
                  <a:lnTo>
                    <a:pt x="3117850" y="483870"/>
                  </a:lnTo>
                  <a:lnTo>
                    <a:pt x="3117850" y="472440"/>
                  </a:lnTo>
                  <a:lnTo>
                    <a:pt x="3171190" y="472440"/>
                  </a:lnTo>
                  <a:lnTo>
                    <a:pt x="3171190" y="487680"/>
                  </a:lnTo>
                  <a:lnTo>
                    <a:pt x="3133090" y="511810"/>
                  </a:lnTo>
                  <a:lnTo>
                    <a:pt x="3133090" y="511810"/>
                  </a:lnTo>
                  <a:lnTo>
                    <a:pt x="3171190" y="511810"/>
                  </a:lnTo>
                  <a:lnTo>
                    <a:pt x="3171190" y="523240"/>
                  </a:lnTo>
                  <a:lnTo>
                    <a:pt x="3117850" y="523240"/>
                  </a:lnTo>
                  <a:close/>
                  <a:moveTo>
                    <a:pt x="3117850" y="454660"/>
                  </a:moveTo>
                  <a:lnTo>
                    <a:pt x="3117850" y="417830"/>
                  </a:lnTo>
                  <a:lnTo>
                    <a:pt x="3129280" y="417830"/>
                  </a:lnTo>
                  <a:lnTo>
                    <a:pt x="3129280" y="443230"/>
                  </a:lnTo>
                  <a:lnTo>
                    <a:pt x="3139440" y="443230"/>
                  </a:lnTo>
                  <a:lnTo>
                    <a:pt x="3139440" y="420370"/>
                  </a:lnTo>
                  <a:lnTo>
                    <a:pt x="3150870" y="420370"/>
                  </a:lnTo>
                  <a:lnTo>
                    <a:pt x="3150870" y="443230"/>
                  </a:lnTo>
                  <a:lnTo>
                    <a:pt x="3162300" y="443230"/>
                  </a:lnTo>
                  <a:lnTo>
                    <a:pt x="3162300" y="416560"/>
                  </a:lnTo>
                  <a:lnTo>
                    <a:pt x="3173730" y="416560"/>
                  </a:lnTo>
                  <a:lnTo>
                    <a:pt x="3173730" y="454660"/>
                  </a:lnTo>
                  <a:lnTo>
                    <a:pt x="3117850" y="454660"/>
                  </a:lnTo>
                  <a:close/>
                  <a:moveTo>
                    <a:pt x="3167380" y="353060"/>
                  </a:moveTo>
                  <a:cubicBezTo>
                    <a:pt x="3168650" y="356870"/>
                    <a:pt x="3169920" y="360680"/>
                    <a:pt x="3171190" y="364490"/>
                  </a:cubicBezTo>
                  <a:cubicBezTo>
                    <a:pt x="3172460" y="368300"/>
                    <a:pt x="3172460" y="372110"/>
                    <a:pt x="3172460" y="375920"/>
                  </a:cubicBezTo>
                  <a:cubicBezTo>
                    <a:pt x="3172460" y="379730"/>
                    <a:pt x="3171190" y="383540"/>
                    <a:pt x="3169920" y="387350"/>
                  </a:cubicBezTo>
                  <a:cubicBezTo>
                    <a:pt x="3168650" y="391160"/>
                    <a:pt x="3166110" y="393700"/>
                    <a:pt x="3164840" y="396240"/>
                  </a:cubicBezTo>
                  <a:cubicBezTo>
                    <a:pt x="3163570" y="398780"/>
                    <a:pt x="3159760" y="401320"/>
                    <a:pt x="3155950" y="402590"/>
                  </a:cubicBezTo>
                  <a:cubicBezTo>
                    <a:pt x="3152140" y="403860"/>
                    <a:pt x="3148330" y="405130"/>
                    <a:pt x="3144520" y="405130"/>
                  </a:cubicBezTo>
                  <a:cubicBezTo>
                    <a:pt x="3140710" y="405130"/>
                    <a:pt x="3136900" y="403860"/>
                    <a:pt x="3133090" y="402590"/>
                  </a:cubicBezTo>
                  <a:cubicBezTo>
                    <a:pt x="3129280" y="401320"/>
                    <a:pt x="3126740" y="398780"/>
                    <a:pt x="3124200" y="396240"/>
                  </a:cubicBezTo>
                  <a:cubicBezTo>
                    <a:pt x="3121660" y="393700"/>
                    <a:pt x="3120390" y="391160"/>
                    <a:pt x="3119121" y="387350"/>
                  </a:cubicBezTo>
                  <a:cubicBezTo>
                    <a:pt x="3117850" y="383540"/>
                    <a:pt x="3116581" y="379730"/>
                    <a:pt x="3116581" y="375920"/>
                  </a:cubicBezTo>
                  <a:cubicBezTo>
                    <a:pt x="3116581" y="372110"/>
                    <a:pt x="3116581" y="367030"/>
                    <a:pt x="3117851" y="364490"/>
                  </a:cubicBezTo>
                  <a:cubicBezTo>
                    <a:pt x="3119121" y="360680"/>
                    <a:pt x="3120391" y="358140"/>
                    <a:pt x="3122931" y="354330"/>
                  </a:cubicBezTo>
                  <a:lnTo>
                    <a:pt x="3131821" y="363220"/>
                  </a:lnTo>
                  <a:cubicBezTo>
                    <a:pt x="3130550" y="364490"/>
                    <a:pt x="3129281" y="367030"/>
                    <a:pt x="3128010" y="368300"/>
                  </a:cubicBezTo>
                  <a:cubicBezTo>
                    <a:pt x="3126740" y="370840"/>
                    <a:pt x="3126740" y="373380"/>
                    <a:pt x="3126740" y="375920"/>
                  </a:cubicBezTo>
                  <a:cubicBezTo>
                    <a:pt x="3126740" y="378460"/>
                    <a:pt x="3126740" y="381000"/>
                    <a:pt x="3128010" y="382270"/>
                  </a:cubicBezTo>
                  <a:cubicBezTo>
                    <a:pt x="3129281" y="384810"/>
                    <a:pt x="3130550" y="386080"/>
                    <a:pt x="3131821" y="387350"/>
                  </a:cubicBezTo>
                  <a:cubicBezTo>
                    <a:pt x="3133091" y="388620"/>
                    <a:pt x="3135631" y="389890"/>
                    <a:pt x="3136900" y="391160"/>
                  </a:cubicBezTo>
                  <a:cubicBezTo>
                    <a:pt x="3138170" y="392430"/>
                    <a:pt x="3140710" y="392430"/>
                    <a:pt x="3143250" y="392430"/>
                  </a:cubicBezTo>
                  <a:cubicBezTo>
                    <a:pt x="3145790" y="392430"/>
                    <a:pt x="3148330" y="392430"/>
                    <a:pt x="3149600" y="391160"/>
                  </a:cubicBezTo>
                  <a:cubicBezTo>
                    <a:pt x="3150871" y="389890"/>
                    <a:pt x="3153410" y="388620"/>
                    <a:pt x="3154680" y="387350"/>
                  </a:cubicBezTo>
                  <a:cubicBezTo>
                    <a:pt x="3155950" y="386080"/>
                    <a:pt x="3157220" y="383540"/>
                    <a:pt x="3158490" y="382270"/>
                  </a:cubicBezTo>
                  <a:cubicBezTo>
                    <a:pt x="3159760" y="379730"/>
                    <a:pt x="3159760" y="378460"/>
                    <a:pt x="3159760" y="375920"/>
                  </a:cubicBezTo>
                  <a:cubicBezTo>
                    <a:pt x="3159760" y="373380"/>
                    <a:pt x="3159760" y="370840"/>
                    <a:pt x="3158490" y="369570"/>
                  </a:cubicBezTo>
                  <a:cubicBezTo>
                    <a:pt x="3157220" y="368300"/>
                    <a:pt x="3157220" y="365760"/>
                    <a:pt x="3157220" y="364490"/>
                  </a:cubicBezTo>
                  <a:lnTo>
                    <a:pt x="3148330" y="364490"/>
                  </a:lnTo>
                  <a:lnTo>
                    <a:pt x="3148330" y="374650"/>
                  </a:lnTo>
                  <a:lnTo>
                    <a:pt x="3136900" y="374650"/>
                  </a:lnTo>
                  <a:lnTo>
                    <a:pt x="3136900" y="353060"/>
                  </a:lnTo>
                  <a:cubicBezTo>
                    <a:pt x="3136900" y="353060"/>
                    <a:pt x="3167380" y="353060"/>
                    <a:pt x="3167380" y="353060"/>
                  </a:cubicBezTo>
                  <a:close/>
                  <a:moveTo>
                    <a:pt x="3117850" y="325120"/>
                  </a:moveTo>
                  <a:lnTo>
                    <a:pt x="3117850" y="314960"/>
                  </a:lnTo>
                  <a:lnTo>
                    <a:pt x="3171190" y="292100"/>
                  </a:lnTo>
                  <a:lnTo>
                    <a:pt x="3171190" y="306070"/>
                  </a:lnTo>
                  <a:lnTo>
                    <a:pt x="3159760" y="311150"/>
                  </a:lnTo>
                  <a:lnTo>
                    <a:pt x="3159760" y="331470"/>
                  </a:lnTo>
                  <a:lnTo>
                    <a:pt x="3171190" y="335280"/>
                  </a:lnTo>
                  <a:lnTo>
                    <a:pt x="3171190" y="347980"/>
                  </a:lnTo>
                  <a:lnTo>
                    <a:pt x="3117850" y="325120"/>
                  </a:lnTo>
                  <a:close/>
                  <a:moveTo>
                    <a:pt x="3133090" y="320040"/>
                  </a:moveTo>
                  <a:lnTo>
                    <a:pt x="3149600" y="326390"/>
                  </a:lnTo>
                  <a:lnTo>
                    <a:pt x="3149600" y="313690"/>
                  </a:lnTo>
                  <a:lnTo>
                    <a:pt x="3133090" y="320040"/>
                  </a:lnTo>
                  <a:close/>
                  <a:moveTo>
                    <a:pt x="3128010" y="278130"/>
                  </a:moveTo>
                  <a:lnTo>
                    <a:pt x="3128010" y="293370"/>
                  </a:lnTo>
                  <a:lnTo>
                    <a:pt x="3117850" y="293370"/>
                  </a:lnTo>
                  <a:lnTo>
                    <a:pt x="3117850" y="250190"/>
                  </a:lnTo>
                  <a:lnTo>
                    <a:pt x="3128010" y="250190"/>
                  </a:lnTo>
                  <a:lnTo>
                    <a:pt x="3128010" y="265430"/>
                  </a:lnTo>
                  <a:lnTo>
                    <a:pt x="3171190" y="265430"/>
                  </a:lnTo>
                  <a:lnTo>
                    <a:pt x="3171190" y="276860"/>
                  </a:lnTo>
                  <a:lnTo>
                    <a:pt x="3128010" y="278130"/>
                  </a:lnTo>
                  <a:lnTo>
                    <a:pt x="3128010" y="278130"/>
                  </a:lnTo>
                  <a:close/>
                  <a:moveTo>
                    <a:pt x="3117850" y="240030"/>
                  </a:moveTo>
                  <a:lnTo>
                    <a:pt x="3117850" y="228600"/>
                  </a:lnTo>
                  <a:lnTo>
                    <a:pt x="3171190" y="228600"/>
                  </a:lnTo>
                  <a:lnTo>
                    <a:pt x="3171190" y="240030"/>
                  </a:lnTo>
                  <a:lnTo>
                    <a:pt x="3117850" y="240030"/>
                  </a:lnTo>
                  <a:close/>
                  <a:moveTo>
                    <a:pt x="3117850" y="217170"/>
                  </a:moveTo>
                  <a:lnTo>
                    <a:pt x="3117850" y="203200"/>
                  </a:lnTo>
                  <a:lnTo>
                    <a:pt x="3153410" y="190500"/>
                  </a:lnTo>
                  <a:lnTo>
                    <a:pt x="3153410" y="190500"/>
                  </a:lnTo>
                  <a:lnTo>
                    <a:pt x="3117850" y="176530"/>
                  </a:lnTo>
                  <a:lnTo>
                    <a:pt x="3117850" y="163830"/>
                  </a:lnTo>
                  <a:lnTo>
                    <a:pt x="3171190" y="186690"/>
                  </a:lnTo>
                  <a:lnTo>
                    <a:pt x="3171190" y="195580"/>
                  </a:lnTo>
                  <a:lnTo>
                    <a:pt x="3117850" y="217170"/>
                  </a:lnTo>
                  <a:close/>
                  <a:moveTo>
                    <a:pt x="3117850" y="152400"/>
                  </a:moveTo>
                  <a:lnTo>
                    <a:pt x="3117850" y="115570"/>
                  </a:lnTo>
                  <a:lnTo>
                    <a:pt x="3129280" y="115570"/>
                  </a:lnTo>
                  <a:lnTo>
                    <a:pt x="3129280" y="140970"/>
                  </a:lnTo>
                  <a:lnTo>
                    <a:pt x="3139440" y="140970"/>
                  </a:lnTo>
                  <a:lnTo>
                    <a:pt x="3139440" y="118110"/>
                  </a:lnTo>
                  <a:lnTo>
                    <a:pt x="3150870" y="118110"/>
                  </a:lnTo>
                  <a:lnTo>
                    <a:pt x="3150870" y="140970"/>
                  </a:lnTo>
                  <a:lnTo>
                    <a:pt x="3162300" y="140970"/>
                  </a:lnTo>
                  <a:lnTo>
                    <a:pt x="3162300" y="114300"/>
                  </a:lnTo>
                  <a:lnTo>
                    <a:pt x="3173730" y="114300"/>
                  </a:lnTo>
                  <a:lnTo>
                    <a:pt x="3173730" y="152400"/>
                  </a:lnTo>
                  <a:lnTo>
                    <a:pt x="3117850" y="152400"/>
                  </a:lnTo>
                  <a:close/>
                  <a:moveTo>
                    <a:pt x="3117850" y="3089910"/>
                  </a:moveTo>
                  <a:lnTo>
                    <a:pt x="3117850" y="3053080"/>
                  </a:lnTo>
                  <a:lnTo>
                    <a:pt x="3129280" y="3053080"/>
                  </a:lnTo>
                  <a:lnTo>
                    <a:pt x="3129280" y="3077210"/>
                  </a:lnTo>
                  <a:lnTo>
                    <a:pt x="3140710" y="3077210"/>
                  </a:lnTo>
                  <a:lnTo>
                    <a:pt x="3140710" y="3054350"/>
                  </a:lnTo>
                  <a:lnTo>
                    <a:pt x="3152140" y="3054350"/>
                  </a:lnTo>
                  <a:lnTo>
                    <a:pt x="3152140" y="3077210"/>
                  </a:lnTo>
                  <a:lnTo>
                    <a:pt x="3173730" y="3077210"/>
                  </a:lnTo>
                  <a:lnTo>
                    <a:pt x="3173730" y="3088640"/>
                  </a:lnTo>
                  <a:lnTo>
                    <a:pt x="3117850" y="3088640"/>
                  </a:lnTo>
                  <a:lnTo>
                    <a:pt x="3117850" y="3089910"/>
                  </a:lnTo>
                  <a:close/>
                  <a:moveTo>
                    <a:pt x="3117850" y="3040380"/>
                  </a:moveTo>
                  <a:lnTo>
                    <a:pt x="3117850" y="3028950"/>
                  </a:lnTo>
                  <a:lnTo>
                    <a:pt x="3171190" y="3028950"/>
                  </a:lnTo>
                  <a:lnTo>
                    <a:pt x="3171190" y="3040380"/>
                  </a:lnTo>
                  <a:lnTo>
                    <a:pt x="3117850" y="3040380"/>
                  </a:lnTo>
                  <a:close/>
                  <a:moveTo>
                    <a:pt x="3117850" y="3012440"/>
                  </a:moveTo>
                  <a:lnTo>
                    <a:pt x="3117850" y="3001010"/>
                  </a:lnTo>
                  <a:lnTo>
                    <a:pt x="3161030" y="3001010"/>
                  </a:lnTo>
                  <a:lnTo>
                    <a:pt x="3161030" y="2979420"/>
                  </a:lnTo>
                  <a:lnTo>
                    <a:pt x="3172460" y="2979420"/>
                  </a:lnTo>
                  <a:lnTo>
                    <a:pt x="3172460" y="3013710"/>
                  </a:lnTo>
                  <a:lnTo>
                    <a:pt x="3117850" y="3013710"/>
                  </a:lnTo>
                  <a:lnTo>
                    <a:pt x="3117850" y="3012440"/>
                  </a:lnTo>
                  <a:close/>
                  <a:moveTo>
                    <a:pt x="3117850" y="2966720"/>
                  </a:moveTo>
                  <a:lnTo>
                    <a:pt x="3117850" y="2948940"/>
                  </a:lnTo>
                  <a:lnTo>
                    <a:pt x="3153410" y="2936240"/>
                  </a:lnTo>
                  <a:lnTo>
                    <a:pt x="3153410" y="2936240"/>
                  </a:lnTo>
                  <a:lnTo>
                    <a:pt x="3117850" y="2923540"/>
                  </a:lnTo>
                  <a:lnTo>
                    <a:pt x="3117850" y="2905760"/>
                  </a:lnTo>
                  <a:lnTo>
                    <a:pt x="3171190" y="2905760"/>
                  </a:lnTo>
                  <a:lnTo>
                    <a:pt x="3171190" y="2917190"/>
                  </a:lnTo>
                  <a:lnTo>
                    <a:pt x="3129280" y="2917190"/>
                  </a:lnTo>
                  <a:lnTo>
                    <a:pt x="3129280" y="2917190"/>
                  </a:lnTo>
                  <a:lnTo>
                    <a:pt x="3171190" y="2931160"/>
                  </a:lnTo>
                  <a:lnTo>
                    <a:pt x="3171190" y="2940050"/>
                  </a:lnTo>
                  <a:lnTo>
                    <a:pt x="3129280" y="2954021"/>
                  </a:lnTo>
                  <a:lnTo>
                    <a:pt x="3129280" y="2954021"/>
                  </a:lnTo>
                  <a:lnTo>
                    <a:pt x="3171190" y="2954021"/>
                  </a:lnTo>
                  <a:lnTo>
                    <a:pt x="3171190" y="2965450"/>
                  </a:lnTo>
                  <a:lnTo>
                    <a:pt x="3117850" y="2966720"/>
                  </a:lnTo>
                  <a:lnTo>
                    <a:pt x="3117850" y="2966720"/>
                  </a:lnTo>
                  <a:close/>
                  <a:moveTo>
                    <a:pt x="3117850" y="2861310"/>
                  </a:moveTo>
                  <a:lnTo>
                    <a:pt x="3117850" y="2844800"/>
                  </a:lnTo>
                  <a:lnTo>
                    <a:pt x="3155950" y="2821940"/>
                  </a:lnTo>
                  <a:lnTo>
                    <a:pt x="3155950" y="2821940"/>
                  </a:lnTo>
                  <a:lnTo>
                    <a:pt x="3117850" y="2821940"/>
                  </a:lnTo>
                  <a:lnTo>
                    <a:pt x="3117850" y="2810510"/>
                  </a:lnTo>
                  <a:lnTo>
                    <a:pt x="3171190" y="2810510"/>
                  </a:lnTo>
                  <a:lnTo>
                    <a:pt x="3171190" y="2825750"/>
                  </a:lnTo>
                  <a:lnTo>
                    <a:pt x="3133090" y="2849880"/>
                  </a:lnTo>
                  <a:lnTo>
                    <a:pt x="3133090" y="2849880"/>
                  </a:lnTo>
                  <a:lnTo>
                    <a:pt x="3171190" y="2849880"/>
                  </a:lnTo>
                  <a:lnTo>
                    <a:pt x="3171190" y="2861310"/>
                  </a:lnTo>
                  <a:lnTo>
                    <a:pt x="3117850" y="2861310"/>
                  </a:lnTo>
                  <a:lnTo>
                    <a:pt x="3117850" y="2861310"/>
                  </a:lnTo>
                  <a:close/>
                  <a:moveTo>
                    <a:pt x="3117850" y="2792730"/>
                  </a:moveTo>
                  <a:lnTo>
                    <a:pt x="3117850" y="2755900"/>
                  </a:lnTo>
                  <a:lnTo>
                    <a:pt x="3129280" y="2755900"/>
                  </a:lnTo>
                  <a:lnTo>
                    <a:pt x="3129280" y="2781300"/>
                  </a:lnTo>
                  <a:lnTo>
                    <a:pt x="3139440" y="2781300"/>
                  </a:lnTo>
                  <a:lnTo>
                    <a:pt x="3139440" y="2758440"/>
                  </a:lnTo>
                  <a:lnTo>
                    <a:pt x="3150870" y="2758440"/>
                  </a:lnTo>
                  <a:lnTo>
                    <a:pt x="3150870" y="2781300"/>
                  </a:lnTo>
                  <a:lnTo>
                    <a:pt x="3162300" y="2781300"/>
                  </a:lnTo>
                  <a:lnTo>
                    <a:pt x="3162300" y="2754630"/>
                  </a:lnTo>
                  <a:lnTo>
                    <a:pt x="3173730" y="2754630"/>
                  </a:lnTo>
                  <a:lnTo>
                    <a:pt x="3173730" y="2792730"/>
                  </a:lnTo>
                  <a:lnTo>
                    <a:pt x="3117850" y="2792730"/>
                  </a:lnTo>
                  <a:close/>
                  <a:moveTo>
                    <a:pt x="3167380" y="2691130"/>
                  </a:moveTo>
                  <a:cubicBezTo>
                    <a:pt x="3168650" y="2694940"/>
                    <a:pt x="3169920" y="2698750"/>
                    <a:pt x="3171190" y="2702560"/>
                  </a:cubicBezTo>
                  <a:cubicBezTo>
                    <a:pt x="3172460" y="2706370"/>
                    <a:pt x="3172460" y="2710180"/>
                    <a:pt x="3172460" y="2713990"/>
                  </a:cubicBezTo>
                  <a:cubicBezTo>
                    <a:pt x="3172460" y="2717800"/>
                    <a:pt x="3171190" y="2721610"/>
                    <a:pt x="3169920" y="2725420"/>
                  </a:cubicBezTo>
                  <a:cubicBezTo>
                    <a:pt x="3168650" y="2729230"/>
                    <a:pt x="3166110" y="2731770"/>
                    <a:pt x="3164840" y="2734310"/>
                  </a:cubicBezTo>
                  <a:cubicBezTo>
                    <a:pt x="3163570" y="2736850"/>
                    <a:pt x="3159760" y="2739390"/>
                    <a:pt x="3155950" y="2740660"/>
                  </a:cubicBezTo>
                  <a:cubicBezTo>
                    <a:pt x="3152140" y="2741930"/>
                    <a:pt x="3148330" y="2743200"/>
                    <a:pt x="3144520" y="2743200"/>
                  </a:cubicBezTo>
                  <a:cubicBezTo>
                    <a:pt x="3140710" y="2743200"/>
                    <a:pt x="3136900" y="2741930"/>
                    <a:pt x="3133090" y="2740660"/>
                  </a:cubicBezTo>
                  <a:cubicBezTo>
                    <a:pt x="3129280" y="2739390"/>
                    <a:pt x="3126740" y="2736850"/>
                    <a:pt x="3124200" y="2734310"/>
                  </a:cubicBezTo>
                  <a:cubicBezTo>
                    <a:pt x="3121660" y="2731770"/>
                    <a:pt x="3120390" y="2729230"/>
                    <a:pt x="3119121" y="2725420"/>
                  </a:cubicBezTo>
                  <a:cubicBezTo>
                    <a:pt x="3117850" y="2721610"/>
                    <a:pt x="3116581" y="2717800"/>
                    <a:pt x="3116581" y="2713990"/>
                  </a:cubicBezTo>
                  <a:cubicBezTo>
                    <a:pt x="3116581" y="2710180"/>
                    <a:pt x="3116581" y="2705100"/>
                    <a:pt x="3117851" y="2702560"/>
                  </a:cubicBezTo>
                  <a:cubicBezTo>
                    <a:pt x="3119121" y="2698750"/>
                    <a:pt x="3120391" y="2696210"/>
                    <a:pt x="3122931" y="2692400"/>
                  </a:cubicBezTo>
                  <a:lnTo>
                    <a:pt x="3131821" y="2701290"/>
                  </a:lnTo>
                  <a:cubicBezTo>
                    <a:pt x="3130550" y="2702560"/>
                    <a:pt x="3129281" y="2705100"/>
                    <a:pt x="3128010" y="2706370"/>
                  </a:cubicBezTo>
                  <a:cubicBezTo>
                    <a:pt x="3126740" y="2708910"/>
                    <a:pt x="3126740" y="2711450"/>
                    <a:pt x="3126740" y="2713990"/>
                  </a:cubicBezTo>
                  <a:cubicBezTo>
                    <a:pt x="3126740" y="2716530"/>
                    <a:pt x="3126740" y="2719070"/>
                    <a:pt x="3128010" y="2720340"/>
                  </a:cubicBezTo>
                  <a:cubicBezTo>
                    <a:pt x="3129281" y="2722880"/>
                    <a:pt x="3130550" y="2724150"/>
                    <a:pt x="3131821" y="2725420"/>
                  </a:cubicBezTo>
                  <a:cubicBezTo>
                    <a:pt x="3133091" y="2726690"/>
                    <a:pt x="3135631" y="2727960"/>
                    <a:pt x="3136900" y="2729230"/>
                  </a:cubicBezTo>
                  <a:cubicBezTo>
                    <a:pt x="3138170" y="2730500"/>
                    <a:pt x="3140710" y="2730500"/>
                    <a:pt x="3143250" y="2730500"/>
                  </a:cubicBezTo>
                  <a:cubicBezTo>
                    <a:pt x="3145790" y="2730500"/>
                    <a:pt x="3148330" y="2730500"/>
                    <a:pt x="3149600" y="2729230"/>
                  </a:cubicBezTo>
                  <a:cubicBezTo>
                    <a:pt x="3150871" y="2727960"/>
                    <a:pt x="3153410" y="2726690"/>
                    <a:pt x="3154680" y="2725420"/>
                  </a:cubicBezTo>
                  <a:cubicBezTo>
                    <a:pt x="3155950" y="2724150"/>
                    <a:pt x="3157220" y="2721610"/>
                    <a:pt x="3158490" y="2720340"/>
                  </a:cubicBezTo>
                  <a:cubicBezTo>
                    <a:pt x="3159760" y="2717800"/>
                    <a:pt x="3159760" y="2716530"/>
                    <a:pt x="3159760" y="2713990"/>
                  </a:cubicBezTo>
                  <a:cubicBezTo>
                    <a:pt x="3159760" y="2711450"/>
                    <a:pt x="3159760" y="2708910"/>
                    <a:pt x="3158490" y="2707640"/>
                  </a:cubicBezTo>
                  <a:cubicBezTo>
                    <a:pt x="3157220" y="2706370"/>
                    <a:pt x="3157220" y="2703830"/>
                    <a:pt x="3157220" y="2702560"/>
                  </a:cubicBezTo>
                  <a:lnTo>
                    <a:pt x="3148330" y="2702560"/>
                  </a:lnTo>
                  <a:lnTo>
                    <a:pt x="3148330" y="2712720"/>
                  </a:lnTo>
                  <a:lnTo>
                    <a:pt x="3136900" y="2712720"/>
                  </a:lnTo>
                  <a:lnTo>
                    <a:pt x="3136900" y="2691130"/>
                  </a:lnTo>
                  <a:lnTo>
                    <a:pt x="3167380" y="2691130"/>
                  </a:lnTo>
                  <a:close/>
                  <a:moveTo>
                    <a:pt x="3117850" y="2663190"/>
                  </a:moveTo>
                  <a:lnTo>
                    <a:pt x="3117850" y="2653030"/>
                  </a:lnTo>
                  <a:lnTo>
                    <a:pt x="3171190" y="2630170"/>
                  </a:lnTo>
                  <a:lnTo>
                    <a:pt x="3171190" y="2644140"/>
                  </a:lnTo>
                  <a:lnTo>
                    <a:pt x="3159760" y="2649220"/>
                  </a:lnTo>
                  <a:lnTo>
                    <a:pt x="3159760" y="2669540"/>
                  </a:lnTo>
                  <a:lnTo>
                    <a:pt x="3171190" y="2674620"/>
                  </a:lnTo>
                  <a:lnTo>
                    <a:pt x="3171190" y="2687320"/>
                  </a:lnTo>
                  <a:lnTo>
                    <a:pt x="3117850" y="2663190"/>
                  </a:lnTo>
                  <a:close/>
                  <a:moveTo>
                    <a:pt x="3133090" y="2658110"/>
                  </a:moveTo>
                  <a:lnTo>
                    <a:pt x="3149600" y="2664460"/>
                  </a:lnTo>
                  <a:lnTo>
                    <a:pt x="3149600" y="2651760"/>
                  </a:lnTo>
                  <a:lnTo>
                    <a:pt x="3133090" y="2658110"/>
                  </a:lnTo>
                  <a:close/>
                  <a:moveTo>
                    <a:pt x="3128010" y="2616200"/>
                  </a:moveTo>
                  <a:lnTo>
                    <a:pt x="3128010" y="2631440"/>
                  </a:lnTo>
                  <a:lnTo>
                    <a:pt x="3117850" y="2631440"/>
                  </a:lnTo>
                  <a:lnTo>
                    <a:pt x="3117850" y="2588260"/>
                  </a:lnTo>
                  <a:lnTo>
                    <a:pt x="3128010" y="2588260"/>
                  </a:lnTo>
                  <a:lnTo>
                    <a:pt x="3128010" y="2603500"/>
                  </a:lnTo>
                  <a:lnTo>
                    <a:pt x="3171190" y="2603500"/>
                  </a:lnTo>
                  <a:lnTo>
                    <a:pt x="3171190" y="2614930"/>
                  </a:lnTo>
                  <a:lnTo>
                    <a:pt x="3128010" y="2614930"/>
                  </a:lnTo>
                  <a:lnTo>
                    <a:pt x="3128010" y="2616200"/>
                  </a:lnTo>
                  <a:close/>
                  <a:moveTo>
                    <a:pt x="3117850" y="2578100"/>
                  </a:moveTo>
                  <a:lnTo>
                    <a:pt x="3117850" y="2566670"/>
                  </a:lnTo>
                  <a:lnTo>
                    <a:pt x="3171190" y="2566670"/>
                  </a:lnTo>
                  <a:lnTo>
                    <a:pt x="3171190" y="2578100"/>
                  </a:lnTo>
                  <a:lnTo>
                    <a:pt x="3117850" y="2578100"/>
                  </a:lnTo>
                  <a:close/>
                  <a:moveTo>
                    <a:pt x="3117850" y="2555240"/>
                  </a:moveTo>
                  <a:lnTo>
                    <a:pt x="3117850" y="2541270"/>
                  </a:lnTo>
                  <a:lnTo>
                    <a:pt x="3153410" y="2528570"/>
                  </a:lnTo>
                  <a:lnTo>
                    <a:pt x="3153410" y="2528570"/>
                  </a:lnTo>
                  <a:lnTo>
                    <a:pt x="3117850" y="2514600"/>
                  </a:lnTo>
                  <a:lnTo>
                    <a:pt x="3117850" y="2501900"/>
                  </a:lnTo>
                  <a:lnTo>
                    <a:pt x="3171190" y="2524760"/>
                  </a:lnTo>
                  <a:lnTo>
                    <a:pt x="3171190" y="2534920"/>
                  </a:lnTo>
                  <a:lnTo>
                    <a:pt x="3117850" y="2555240"/>
                  </a:lnTo>
                  <a:close/>
                  <a:moveTo>
                    <a:pt x="3117850" y="2490470"/>
                  </a:moveTo>
                  <a:lnTo>
                    <a:pt x="3117850" y="2453640"/>
                  </a:lnTo>
                  <a:lnTo>
                    <a:pt x="3129280" y="2453640"/>
                  </a:lnTo>
                  <a:lnTo>
                    <a:pt x="3129280" y="2479040"/>
                  </a:lnTo>
                  <a:lnTo>
                    <a:pt x="3139440" y="2479040"/>
                  </a:lnTo>
                  <a:lnTo>
                    <a:pt x="3139440" y="2456180"/>
                  </a:lnTo>
                  <a:lnTo>
                    <a:pt x="3150870" y="2456180"/>
                  </a:lnTo>
                  <a:lnTo>
                    <a:pt x="3150870" y="2479040"/>
                  </a:lnTo>
                  <a:lnTo>
                    <a:pt x="3162300" y="2479040"/>
                  </a:lnTo>
                  <a:lnTo>
                    <a:pt x="3162300" y="2452370"/>
                  </a:lnTo>
                  <a:lnTo>
                    <a:pt x="3173730" y="2452370"/>
                  </a:lnTo>
                  <a:lnTo>
                    <a:pt x="3173730" y="2490470"/>
                  </a:lnTo>
                  <a:lnTo>
                    <a:pt x="3117850" y="2490470"/>
                  </a:lnTo>
                  <a:close/>
                  <a:moveTo>
                    <a:pt x="3117850" y="5429250"/>
                  </a:moveTo>
                  <a:lnTo>
                    <a:pt x="3117850" y="5392420"/>
                  </a:lnTo>
                  <a:lnTo>
                    <a:pt x="3129280" y="5392420"/>
                  </a:lnTo>
                  <a:lnTo>
                    <a:pt x="3129280" y="5416550"/>
                  </a:lnTo>
                  <a:lnTo>
                    <a:pt x="3140710" y="5416550"/>
                  </a:lnTo>
                  <a:lnTo>
                    <a:pt x="3140710" y="5393690"/>
                  </a:lnTo>
                  <a:lnTo>
                    <a:pt x="3152140" y="5393690"/>
                  </a:lnTo>
                  <a:lnTo>
                    <a:pt x="3152140" y="5416550"/>
                  </a:lnTo>
                  <a:lnTo>
                    <a:pt x="3173730" y="5416550"/>
                  </a:lnTo>
                  <a:lnTo>
                    <a:pt x="3173730" y="5427980"/>
                  </a:lnTo>
                  <a:lnTo>
                    <a:pt x="3117850" y="5427980"/>
                  </a:lnTo>
                  <a:lnTo>
                    <a:pt x="3117850" y="5429250"/>
                  </a:lnTo>
                  <a:close/>
                  <a:moveTo>
                    <a:pt x="3117850" y="5379720"/>
                  </a:moveTo>
                  <a:lnTo>
                    <a:pt x="3117850" y="5368290"/>
                  </a:lnTo>
                  <a:lnTo>
                    <a:pt x="3171190" y="5368290"/>
                  </a:lnTo>
                  <a:lnTo>
                    <a:pt x="3171190" y="5379720"/>
                  </a:lnTo>
                  <a:lnTo>
                    <a:pt x="3117850" y="5379720"/>
                  </a:lnTo>
                  <a:close/>
                  <a:moveTo>
                    <a:pt x="3117850" y="5351780"/>
                  </a:moveTo>
                  <a:lnTo>
                    <a:pt x="3117850" y="5339080"/>
                  </a:lnTo>
                  <a:lnTo>
                    <a:pt x="3161030" y="5339080"/>
                  </a:lnTo>
                  <a:lnTo>
                    <a:pt x="3161030" y="5317490"/>
                  </a:lnTo>
                  <a:lnTo>
                    <a:pt x="3172460" y="5317490"/>
                  </a:lnTo>
                  <a:lnTo>
                    <a:pt x="3172460" y="5351780"/>
                  </a:lnTo>
                  <a:lnTo>
                    <a:pt x="3117850" y="5351780"/>
                  </a:lnTo>
                  <a:close/>
                  <a:moveTo>
                    <a:pt x="3117850" y="5306060"/>
                  </a:moveTo>
                  <a:lnTo>
                    <a:pt x="3117850" y="5288280"/>
                  </a:lnTo>
                  <a:lnTo>
                    <a:pt x="3153410" y="5275580"/>
                  </a:lnTo>
                  <a:lnTo>
                    <a:pt x="3153410" y="5275580"/>
                  </a:lnTo>
                  <a:lnTo>
                    <a:pt x="3117850" y="5262880"/>
                  </a:lnTo>
                  <a:lnTo>
                    <a:pt x="3117850" y="5245100"/>
                  </a:lnTo>
                  <a:lnTo>
                    <a:pt x="3171190" y="5245100"/>
                  </a:lnTo>
                  <a:lnTo>
                    <a:pt x="3171190" y="5256530"/>
                  </a:lnTo>
                  <a:lnTo>
                    <a:pt x="3129280" y="5256530"/>
                  </a:lnTo>
                  <a:lnTo>
                    <a:pt x="3129280" y="5256530"/>
                  </a:lnTo>
                  <a:lnTo>
                    <a:pt x="3171190" y="5270500"/>
                  </a:lnTo>
                  <a:lnTo>
                    <a:pt x="3171190" y="5279390"/>
                  </a:lnTo>
                  <a:lnTo>
                    <a:pt x="3129280" y="5293360"/>
                  </a:lnTo>
                  <a:lnTo>
                    <a:pt x="3129280" y="5293360"/>
                  </a:lnTo>
                  <a:lnTo>
                    <a:pt x="3171190" y="5293360"/>
                  </a:lnTo>
                  <a:lnTo>
                    <a:pt x="3171190" y="5304790"/>
                  </a:lnTo>
                  <a:lnTo>
                    <a:pt x="3117850" y="5306060"/>
                  </a:lnTo>
                  <a:lnTo>
                    <a:pt x="3117850" y="5306060"/>
                  </a:lnTo>
                  <a:close/>
                  <a:moveTo>
                    <a:pt x="3117850" y="5200650"/>
                  </a:moveTo>
                  <a:lnTo>
                    <a:pt x="3117850" y="5184140"/>
                  </a:lnTo>
                  <a:lnTo>
                    <a:pt x="3155950" y="5161280"/>
                  </a:lnTo>
                  <a:lnTo>
                    <a:pt x="3155950" y="5161280"/>
                  </a:lnTo>
                  <a:lnTo>
                    <a:pt x="3117850" y="5161280"/>
                  </a:lnTo>
                  <a:lnTo>
                    <a:pt x="3117850" y="5148580"/>
                  </a:lnTo>
                  <a:lnTo>
                    <a:pt x="3171190" y="5148580"/>
                  </a:lnTo>
                  <a:lnTo>
                    <a:pt x="3171190" y="5163821"/>
                  </a:lnTo>
                  <a:lnTo>
                    <a:pt x="3133090" y="5187950"/>
                  </a:lnTo>
                  <a:lnTo>
                    <a:pt x="3133090" y="5187950"/>
                  </a:lnTo>
                  <a:lnTo>
                    <a:pt x="3171190" y="5187950"/>
                  </a:lnTo>
                  <a:lnTo>
                    <a:pt x="3171190" y="5199380"/>
                  </a:lnTo>
                  <a:lnTo>
                    <a:pt x="3117850" y="5199380"/>
                  </a:lnTo>
                  <a:lnTo>
                    <a:pt x="3117850" y="5200650"/>
                  </a:lnTo>
                  <a:close/>
                  <a:moveTo>
                    <a:pt x="3117850" y="5132070"/>
                  </a:moveTo>
                  <a:lnTo>
                    <a:pt x="3117850" y="5095240"/>
                  </a:lnTo>
                  <a:lnTo>
                    <a:pt x="3129280" y="5095240"/>
                  </a:lnTo>
                  <a:lnTo>
                    <a:pt x="3129280" y="5120640"/>
                  </a:lnTo>
                  <a:lnTo>
                    <a:pt x="3139440" y="5120640"/>
                  </a:lnTo>
                  <a:lnTo>
                    <a:pt x="3139440" y="5097780"/>
                  </a:lnTo>
                  <a:lnTo>
                    <a:pt x="3150870" y="5097780"/>
                  </a:lnTo>
                  <a:lnTo>
                    <a:pt x="3150870" y="5120640"/>
                  </a:lnTo>
                  <a:lnTo>
                    <a:pt x="3162300" y="5120640"/>
                  </a:lnTo>
                  <a:lnTo>
                    <a:pt x="3162300" y="5093970"/>
                  </a:lnTo>
                  <a:lnTo>
                    <a:pt x="3173730" y="5093970"/>
                  </a:lnTo>
                  <a:lnTo>
                    <a:pt x="3173730" y="5132070"/>
                  </a:lnTo>
                  <a:lnTo>
                    <a:pt x="3117850" y="5132070"/>
                  </a:lnTo>
                  <a:close/>
                  <a:moveTo>
                    <a:pt x="3167380" y="5030470"/>
                  </a:moveTo>
                  <a:cubicBezTo>
                    <a:pt x="3168650" y="5034280"/>
                    <a:pt x="3169920" y="5038090"/>
                    <a:pt x="3171190" y="5041900"/>
                  </a:cubicBezTo>
                  <a:cubicBezTo>
                    <a:pt x="3172460" y="5045710"/>
                    <a:pt x="3172460" y="5049520"/>
                    <a:pt x="3172460" y="5053330"/>
                  </a:cubicBezTo>
                  <a:cubicBezTo>
                    <a:pt x="3172460" y="5057140"/>
                    <a:pt x="3171190" y="5060950"/>
                    <a:pt x="3169920" y="5064760"/>
                  </a:cubicBezTo>
                  <a:cubicBezTo>
                    <a:pt x="3168650" y="5068570"/>
                    <a:pt x="3166110" y="5071110"/>
                    <a:pt x="3164840" y="5073650"/>
                  </a:cubicBezTo>
                  <a:cubicBezTo>
                    <a:pt x="3162300" y="5076190"/>
                    <a:pt x="3159760" y="5078730"/>
                    <a:pt x="3155950" y="5080000"/>
                  </a:cubicBezTo>
                  <a:cubicBezTo>
                    <a:pt x="3152140" y="5081270"/>
                    <a:pt x="3148330" y="5082540"/>
                    <a:pt x="3144520" y="5082540"/>
                  </a:cubicBezTo>
                  <a:cubicBezTo>
                    <a:pt x="3140710" y="5082540"/>
                    <a:pt x="3136900" y="5081270"/>
                    <a:pt x="3133090" y="5080000"/>
                  </a:cubicBezTo>
                  <a:cubicBezTo>
                    <a:pt x="3129280" y="5078730"/>
                    <a:pt x="3126740" y="5076190"/>
                    <a:pt x="3124200" y="5073650"/>
                  </a:cubicBezTo>
                  <a:cubicBezTo>
                    <a:pt x="3121660" y="5071110"/>
                    <a:pt x="3120390" y="5068570"/>
                    <a:pt x="3119121" y="5064760"/>
                  </a:cubicBezTo>
                  <a:cubicBezTo>
                    <a:pt x="3117850" y="5060950"/>
                    <a:pt x="3116581" y="5057140"/>
                    <a:pt x="3116581" y="5053330"/>
                  </a:cubicBezTo>
                  <a:cubicBezTo>
                    <a:pt x="3116581" y="5049520"/>
                    <a:pt x="3116581" y="5044440"/>
                    <a:pt x="3117851" y="5041900"/>
                  </a:cubicBezTo>
                  <a:cubicBezTo>
                    <a:pt x="3119121" y="5038090"/>
                    <a:pt x="3120391" y="5035550"/>
                    <a:pt x="3122931" y="5031740"/>
                  </a:cubicBezTo>
                  <a:lnTo>
                    <a:pt x="3131821" y="5040630"/>
                  </a:lnTo>
                  <a:cubicBezTo>
                    <a:pt x="3130550" y="5041900"/>
                    <a:pt x="3129281" y="5044440"/>
                    <a:pt x="3128010" y="5045710"/>
                  </a:cubicBezTo>
                  <a:cubicBezTo>
                    <a:pt x="3126740" y="5048250"/>
                    <a:pt x="3126740" y="5050790"/>
                    <a:pt x="3126740" y="5053330"/>
                  </a:cubicBezTo>
                  <a:cubicBezTo>
                    <a:pt x="3126740" y="5055871"/>
                    <a:pt x="3126740" y="5058410"/>
                    <a:pt x="3128010" y="5059680"/>
                  </a:cubicBezTo>
                  <a:cubicBezTo>
                    <a:pt x="3129281" y="5062221"/>
                    <a:pt x="3130550" y="5063490"/>
                    <a:pt x="3131821" y="5064760"/>
                  </a:cubicBezTo>
                  <a:cubicBezTo>
                    <a:pt x="3133091" y="5066030"/>
                    <a:pt x="3135631" y="5067300"/>
                    <a:pt x="3136900" y="5068570"/>
                  </a:cubicBezTo>
                  <a:cubicBezTo>
                    <a:pt x="3139440" y="5069840"/>
                    <a:pt x="3140710" y="5069840"/>
                    <a:pt x="3143250" y="5069840"/>
                  </a:cubicBezTo>
                  <a:cubicBezTo>
                    <a:pt x="3145790" y="5069840"/>
                    <a:pt x="3148330" y="5069840"/>
                    <a:pt x="3149600" y="5068570"/>
                  </a:cubicBezTo>
                  <a:cubicBezTo>
                    <a:pt x="3152140" y="5067300"/>
                    <a:pt x="3153410" y="5066030"/>
                    <a:pt x="3154680" y="5064760"/>
                  </a:cubicBezTo>
                  <a:cubicBezTo>
                    <a:pt x="3155950" y="5063491"/>
                    <a:pt x="3157220" y="5060950"/>
                    <a:pt x="3158490" y="5059680"/>
                  </a:cubicBezTo>
                  <a:cubicBezTo>
                    <a:pt x="3159760" y="5057140"/>
                    <a:pt x="3159760" y="5055871"/>
                    <a:pt x="3159760" y="5053330"/>
                  </a:cubicBezTo>
                  <a:cubicBezTo>
                    <a:pt x="3159760" y="5050790"/>
                    <a:pt x="3159760" y="5048250"/>
                    <a:pt x="3158490" y="5046980"/>
                  </a:cubicBezTo>
                  <a:cubicBezTo>
                    <a:pt x="3158490" y="5045710"/>
                    <a:pt x="3157220" y="5043171"/>
                    <a:pt x="3157220" y="5041900"/>
                  </a:cubicBezTo>
                  <a:lnTo>
                    <a:pt x="3148330" y="5041900"/>
                  </a:lnTo>
                  <a:lnTo>
                    <a:pt x="3148330" y="5052060"/>
                  </a:lnTo>
                  <a:lnTo>
                    <a:pt x="3136900" y="5052060"/>
                  </a:lnTo>
                  <a:lnTo>
                    <a:pt x="3136900" y="5030470"/>
                  </a:lnTo>
                  <a:lnTo>
                    <a:pt x="3167380" y="5030470"/>
                  </a:lnTo>
                  <a:close/>
                  <a:moveTo>
                    <a:pt x="3117850" y="5002530"/>
                  </a:moveTo>
                  <a:lnTo>
                    <a:pt x="3117850" y="4992370"/>
                  </a:lnTo>
                  <a:lnTo>
                    <a:pt x="3171190" y="4969510"/>
                  </a:lnTo>
                  <a:lnTo>
                    <a:pt x="3171190" y="4983480"/>
                  </a:lnTo>
                  <a:lnTo>
                    <a:pt x="3159760" y="4988560"/>
                  </a:lnTo>
                  <a:lnTo>
                    <a:pt x="3159760" y="5010150"/>
                  </a:lnTo>
                  <a:lnTo>
                    <a:pt x="3171190" y="5015230"/>
                  </a:lnTo>
                  <a:lnTo>
                    <a:pt x="3171190" y="5027930"/>
                  </a:lnTo>
                  <a:lnTo>
                    <a:pt x="3117850" y="5002530"/>
                  </a:lnTo>
                  <a:close/>
                  <a:moveTo>
                    <a:pt x="3133090" y="4997450"/>
                  </a:moveTo>
                  <a:lnTo>
                    <a:pt x="3149600" y="5003800"/>
                  </a:lnTo>
                  <a:lnTo>
                    <a:pt x="3149600" y="4991100"/>
                  </a:lnTo>
                  <a:lnTo>
                    <a:pt x="3133090" y="4997450"/>
                  </a:lnTo>
                  <a:close/>
                  <a:moveTo>
                    <a:pt x="3128010" y="4955540"/>
                  </a:moveTo>
                  <a:lnTo>
                    <a:pt x="3128010" y="4970780"/>
                  </a:lnTo>
                  <a:lnTo>
                    <a:pt x="3117850" y="4970780"/>
                  </a:lnTo>
                  <a:lnTo>
                    <a:pt x="3117850" y="4927600"/>
                  </a:lnTo>
                  <a:lnTo>
                    <a:pt x="3128010" y="4927600"/>
                  </a:lnTo>
                  <a:lnTo>
                    <a:pt x="3128010" y="4942840"/>
                  </a:lnTo>
                  <a:lnTo>
                    <a:pt x="3171190" y="4942840"/>
                  </a:lnTo>
                  <a:lnTo>
                    <a:pt x="3171190" y="4954270"/>
                  </a:lnTo>
                  <a:lnTo>
                    <a:pt x="3128010" y="4955540"/>
                  </a:lnTo>
                  <a:lnTo>
                    <a:pt x="3128010" y="4955540"/>
                  </a:lnTo>
                  <a:close/>
                  <a:moveTo>
                    <a:pt x="3117850" y="4917440"/>
                  </a:moveTo>
                  <a:lnTo>
                    <a:pt x="3117850" y="4906010"/>
                  </a:lnTo>
                  <a:lnTo>
                    <a:pt x="3171190" y="4906010"/>
                  </a:lnTo>
                  <a:lnTo>
                    <a:pt x="3171190" y="4917440"/>
                  </a:lnTo>
                  <a:lnTo>
                    <a:pt x="3117850" y="4917440"/>
                  </a:lnTo>
                  <a:close/>
                  <a:moveTo>
                    <a:pt x="3117850" y="4894580"/>
                  </a:moveTo>
                  <a:lnTo>
                    <a:pt x="3117850" y="4881880"/>
                  </a:lnTo>
                  <a:lnTo>
                    <a:pt x="3153410" y="4869180"/>
                  </a:lnTo>
                  <a:lnTo>
                    <a:pt x="3153410" y="4869180"/>
                  </a:lnTo>
                  <a:lnTo>
                    <a:pt x="3117850" y="4855210"/>
                  </a:lnTo>
                  <a:lnTo>
                    <a:pt x="3117850" y="4842510"/>
                  </a:lnTo>
                  <a:lnTo>
                    <a:pt x="3171190" y="4865370"/>
                  </a:lnTo>
                  <a:lnTo>
                    <a:pt x="3171190" y="4875530"/>
                  </a:lnTo>
                  <a:lnTo>
                    <a:pt x="3117850" y="4894580"/>
                  </a:lnTo>
                  <a:close/>
                  <a:moveTo>
                    <a:pt x="3117850" y="4829810"/>
                  </a:moveTo>
                  <a:lnTo>
                    <a:pt x="3117850" y="4792980"/>
                  </a:lnTo>
                  <a:lnTo>
                    <a:pt x="3129280" y="4792980"/>
                  </a:lnTo>
                  <a:lnTo>
                    <a:pt x="3129280" y="4818380"/>
                  </a:lnTo>
                  <a:lnTo>
                    <a:pt x="3139440" y="4818380"/>
                  </a:lnTo>
                  <a:lnTo>
                    <a:pt x="3139440" y="4795520"/>
                  </a:lnTo>
                  <a:lnTo>
                    <a:pt x="3150870" y="4795520"/>
                  </a:lnTo>
                  <a:lnTo>
                    <a:pt x="3150870" y="4818380"/>
                  </a:lnTo>
                  <a:lnTo>
                    <a:pt x="3162300" y="4818380"/>
                  </a:lnTo>
                  <a:lnTo>
                    <a:pt x="3162300" y="4791710"/>
                  </a:lnTo>
                  <a:lnTo>
                    <a:pt x="3173730" y="4791710"/>
                  </a:lnTo>
                  <a:lnTo>
                    <a:pt x="3173730" y="4829810"/>
                  </a:lnTo>
                  <a:lnTo>
                    <a:pt x="3117850" y="4829810"/>
                  </a:lnTo>
                  <a:close/>
                  <a:moveTo>
                    <a:pt x="30480" y="146050"/>
                  </a:moveTo>
                  <a:lnTo>
                    <a:pt x="1270" y="83820"/>
                  </a:lnTo>
                  <a:lnTo>
                    <a:pt x="6350" y="82550"/>
                  </a:lnTo>
                  <a:lnTo>
                    <a:pt x="30480" y="134620"/>
                  </a:lnTo>
                  <a:lnTo>
                    <a:pt x="53340" y="82550"/>
                  </a:lnTo>
                  <a:lnTo>
                    <a:pt x="58420" y="83820"/>
                  </a:lnTo>
                  <a:lnTo>
                    <a:pt x="30480" y="146050"/>
                  </a:lnTo>
                  <a:close/>
                  <a:moveTo>
                    <a:pt x="26670" y="0"/>
                  </a:moveTo>
                  <a:lnTo>
                    <a:pt x="31750" y="0"/>
                  </a:lnTo>
                  <a:lnTo>
                    <a:pt x="31750" y="139700"/>
                  </a:lnTo>
                  <a:lnTo>
                    <a:pt x="26670" y="139700"/>
                  </a:lnTo>
                  <a:lnTo>
                    <a:pt x="26670" y="0"/>
                  </a:lnTo>
                  <a:close/>
                  <a:moveTo>
                    <a:pt x="41910" y="246380"/>
                  </a:moveTo>
                  <a:lnTo>
                    <a:pt x="31750" y="234950"/>
                  </a:lnTo>
                  <a:lnTo>
                    <a:pt x="39370" y="228600"/>
                  </a:lnTo>
                  <a:lnTo>
                    <a:pt x="54610" y="246380"/>
                  </a:lnTo>
                  <a:lnTo>
                    <a:pt x="54610" y="256540"/>
                  </a:lnTo>
                  <a:lnTo>
                    <a:pt x="1270" y="256540"/>
                  </a:lnTo>
                  <a:lnTo>
                    <a:pt x="1270" y="246380"/>
                  </a:lnTo>
                  <a:lnTo>
                    <a:pt x="41910" y="246380"/>
                  </a:lnTo>
                  <a:close/>
                  <a:moveTo>
                    <a:pt x="34290" y="292100"/>
                  </a:moveTo>
                  <a:lnTo>
                    <a:pt x="34290" y="295910"/>
                  </a:lnTo>
                  <a:cubicBezTo>
                    <a:pt x="34290" y="297180"/>
                    <a:pt x="34290" y="298450"/>
                    <a:pt x="34290" y="298450"/>
                  </a:cubicBezTo>
                  <a:cubicBezTo>
                    <a:pt x="34290" y="298450"/>
                    <a:pt x="34290" y="300990"/>
                    <a:pt x="35560" y="300990"/>
                  </a:cubicBezTo>
                  <a:cubicBezTo>
                    <a:pt x="35560" y="302260"/>
                    <a:pt x="36830" y="302260"/>
                    <a:pt x="36830" y="303530"/>
                  </a:cubicBezTo>
                  <a:cubicBezTo>
                    <a:pt x="38100" y="303530"/>
                    <a:pt x="38100" y="304800"/>
                    <a:pt x="39370" y="304800"/>
                  </a:cubicBezTo>
                  <a:cubicBezTo>
                    <a:pt x="40640" y="304800"/>
                    <a:pt x="41910" y="303530"/>
                    <a:pt x="43180" y="302260"/>
                  </a:cubicBezTo>
                  <a:cubicBezTo>
                    <a:pt x="44450" y="300990"/>
                    <a:pt x="44450" y="299720"/>
                    <a:pt x="44450" y="297180"/>
                  </a:cubicBezTo>
                  <a:cubicBezTo>
                    <a:pt x="44450" y="295910"/>
                    <a:pt x="44450" y="293370"/>
                    <a:pt x="43180" y="293370"/>
                  </a:cubicBezTo>
                  <a:cubicBezTo>
                    <a:pt x="41910" y="293370"/>
                    <a:pt x="40640" y="290830"/>
                    <a:pt x="39370" y="290830"/>
                  </a:cubicBezTo>
                  <a:lnTo>
                    <a:pt x="41910" y="278130"/>
                  </a:lnTo>
                  <a:cubicBezTo>
                    <a:pt x="44450" y="278130"/>
                    <a:pt x="45720" y="279400"/>
                    <a:pt x="48260" y="280670"/>
                  </a:cubicBezTo>
                  <a:cubicBezTo>
                    <a:pt x="49530" y="281940"/>
                    <a:pt x="50800" y="283210"/>
                    <a:pt x="52070" y="284480"/>
                  </a:cubicBezTo>
                  <a:cubicBezTo>
                    <a:pt x="53340" y="285750"/>
                    <a:pt x="53340" y="288290"/>
                    <a:pt x="54610" y="289560"/>
                  </a:cubicBezTo>
                  <a:cubicBezTo>
                    <a:pt x="55880" y="290830"/>
                    <a:pt x="55880" y="293370"/>
                    <a:pt x="55880" y="295910"/>
                  </a:cubicBezTo>
                  <a:cubicBezTo>
                    <a:pt x="55880" y="298450"/>
                    <a:pt x="55880" y="300990"/>
                    <a:pt x="54610" y="302260"/>
                  </a:cubicBezTo>
                  <a:cubicBezTo>
                    <a:pt x="54610" y="304800"/>
                    <a:pt x="53340" y="306070"/>
                    <a:pt x="52070" y="308610"/>
                  </a:cubicBezTo>
                  <a:cubicBezTo>
                    <a:pt x="50800" y="309880"/>
                    <a:pt x="49530" y="311150"/>
                    <a:pt x="46990" y="312420"/>
                  </a:cubicBezTo>
                  <a:cubicBezTo>
                    <a:pt x="45720" y="313690"/>
                    <a:pt x="43180" y="313690"/>
                    <a:pt x="40640" y="313690"/>
                  </a:cubicBezTo>
                  <a:cubicBezTo>
                    <a:pt x="38100" y="313690"/>
                    <a:pt x="35560" y="312420"/>
                    <a:pt x="33020" y="311150"/>
                  </a:cubicBezTo>
                  <a:cubicBezTo>
                    <a:pt x="30480" y="309880"/>
                    <a:pt x="30480" y="309880"/>
                    <a:pt x="29210" y="307340"/>
                  </a:cubicBezTo>
                  <a:lnTo>
                    <a:pt x="29210" y="307340"/>
                  </a:lnTo>
                  <a:cubicBezTo>
                    <a:pt x="29210" y="308610"/>
                    <a:pt x="27940" y="309880"/>
                    <a:pt x="27940" y="311150"/>
                  </a:cubicBezTo>
                  <a:cubicBezTo>
                    <a:pt x="26670" y="312420"/>
                    <a:pt x="26670" y="313690"/>
                    <a:pt x="25400" y="313690"/>
                  </a:cubicBezTo>
                  <a:cubicBezTo>
                    <a:pt x="24130" y="314960"/>
                    <a:pt x="22860" y="314960"/>
                    <a:pt x="21590" y="316230"/>
                  </a:cubicBezTo>
                  <a:cubicBezTo>
                    <a:pt x="20320" y="316230"/>
                    <a:pt x="19050" y="317500"/>
                    <a:pt x="16510" y="317500"/>
                  </a:cubicBezTo>
                  <a:cubicBezTo>
                    <a:pt x="13970" y="317500"/>
                    <a:pt x="11430" y="317500"/>
                    <a:pt x="8890" y="316230"/>
                  </a:cubicBezTo>
                  <a:cubicBezTo>
                    <a:pt x="6350" y="314960"/>
                    <a:pt x="5080" y="313690"/>
                    <a:pt x="3810" y="312420"/>
                  </a:cubicBezTo>
                  <a:cubicBezTo>
                    <a:pt x="2540" y="311150"/>
                    <a:pt x="1270" y="308610"/>
                    <a:pt x="1270" y="306070"/>
                  </a:cubicBezTo>
                  <a:cubicBezTo>
                    <a:pt x="1270" y="303530"/>
                    <a:pt x="0" y="300990"/>
                    <a:pt x="0" y="297180"/>
                  </a:cubicBezTo>
                  <a:cubicBezTo>
                    <a:pt x="0" y="292100"/>
                    <a:pt x="1270" y="288290"/>
                    <a:pt x="3810" y="284480"/>
                  </a:cubicBezTo>
                  <a:cubicBezTo>
                    <a:pt x="6350" y="280670"/>
                    <a:pt x="10160" y="278130"/>
                    <a:pt x="13970" y="278130"/>
                  </a:cubicBezTo>
                  <a:lnTo>
                    <a:pt x="16510" y="289560"/>
                  </a:lnTo>
                  <a:cubicBezTo>
                    <a:pt x="13970" y="289560"/>
                    <a:pt x="12700" y="290830"/>
                    <a:pt x="11430" y="292100"/>
                  </a:cubicBezTo>
                  <a:cubicBezTo>
                    <a:pt x="10160" y="293370"/>
                    <a:pt x="10160" y="294640"/>
                    <a:pt x="10160" y="297180"/>
                  </a:cubicBezTo>
                  <a:cubicBezTo>
                    <a:pt x="10160" y="299720"/>
                    <a:pt x="11430" y="300990"/>
                    <a:pt x="12700" y="302260"/>
                  </a:cubicBezTo>
                  <a:cubicBezTo>
                    <a:pt x="13970" y="303530"/>
                    <a:pt x="15240" y="303530"/>
                    <a:pt x="17780" y="303530"/>
                  </a:cubicBezTo>
                  <a:cubicBezTo>
                    <a:pt x="19050" y="303530"/>
                    <a:pt x="20320" y="303530"/>
                    <a:pt x="21590" y="302260"/>
                  </a:cubicBezTo>
                  <a:cubicBezTo>
                    <a:pt x="22860" y="300990"/>
                    <a:pt x="22860" y="300990"/>
                    <a:pt x="22860" y="299720"/>
                  </a:cubicBezTo>
                  <a:cubicBezTo>
                    <a:pt x="22860" y="298450"/>
                    <a:pt x="24130" y="297180"/>
                    <a:pt x="24130" y="295910"/>
                  </a:cubicBezTo>
                  <a:cubicBezTo>
                    <a:pt x="24130" y="294640"/>
                    <a:pt x="24130" y="293370"/>
                    <a:pt x="24130" y="292100"/>
                  </a:cubicBezTo>
                  <a:lnTo>
                    <a:pt x="24130" y="289560"/>
                  </a:lnTo>
                  <a:lnTo>
                    <a:pt x="34290" y="289560"/>
                  </a:lnTo>
                  <a:lnTo>
                    <a:pt x="34290" y="292100"/>
                  </a:lnTo>
                  <a:close/>
                  <a:moveTo>
                    <a:pt x="30480" y="1762760"/>
                  </a:moveTo>
                  <a:lnTo>
                    <a:pt x="1270" y="1700530"/>
                  </a:lnTo>
                  <a:lnTo>
                    <a:pt x="6350" y="1697990"/>
                  </a:lnTo>
                  <a:lnTo>
                    <a:pt x="30480" y="1750060"/>
                  </a:lnTo>
                  <a:lnTo>
                    <a:pt x="53340" y="1697990"/>
                  </a:lnTo>
                  <a:lnTo>
                    <a:pt x="58420" y="1700530"/>
                  </a:lnTo>
                  <a:lnTo>
                    <a:pt x="30480" y="1762760"/>
                  </a:lnTo>
                  <a:close/>
                  <a:moveTo>
                    <a:pt x="26670" y="1616710"/>
                  </a:moveTo>
                  <a:lnTo>
                    <a:pt x="31750" y="1616710"/>
                  </a:lnTo>
                  <a:lnTo>
                    <a:pt x="31750" y="1756410"/>
                  </a:lnTo>
                  <a:lnTo>
                    <a:pt x="26670" y="1756410"/>
                  </a:lnTo>
                  <a:lnTo>
                    <a:pt x="26670" y="1616710"/>
                  </a:lnTo>
                  <a:close/>
                  <a:moveTo>
                    <a:pt x="41910" y="1863090"/>
                  </a:moveTo>
                  <a:lnTo>
                    <a:pt x="31750" y="1851660"/>
                  </a:lnTo>
                  <a:lnTo>
                    <a:pt x="39370" y="1845310"/>
                  </a:lnTo>
                  <a:lnTo>
                    <a:pt x="54610" y="1863090"/>
                  </a:lnTo>
                  <a:lnTo>
                    <a:pt x="54610" y="1873250"/>
                  </a:lnTo>
                  <a:lnTo>
                    <a:pt x="1270" y="1873250"/>
                  </a:lnTo>
                  <a:lnTo>
                    <a:pt x="1270" y="1861820"/>
                  </a:lnTo>
                  <a:lnTo>
                    <a:pt x="41910" y="1863090"/>
                  </a:lnTo>
                  <a:lnTo>
                    <a:pt x="41910" y="1863090"/>
                  </a:lnTo>
                  <a:close/>
                  <a:moveTo>
                    <a:pt x="34290" y="1908810"/>
                  </a:moveTo>
                  <a:lnTo>
                    <a:pt x="34290" y="1912620"/>
                  </a:lnTo>
                  <a:cubicBezTo>
                    <a:pt x="34290" y="1913890"/>
                    <a:pt x="34290" y="1915160"/>
                    <a:pt x="34290" y="1915160"/>
                  </a:cubicBezTo>
                  <a:cubicBezTo>
                    <a:pt x="34290" y="1915160"/>
                    <a:pt x="34290" y="1917700"/>
                    <a:pt x="35560" y="1917700"/>
                  </a:cubicBezTo>
                  <a:cubicBezTo>
                    <a:pt x="35560" y="1918970"/>
                    <a:pt x="36830" y="1918970"/>
                    <a:pt x="36830" y="1920240"/>
                  </a:cubicBezTo>
                  <a:cubicBezTo>
                    <a:pt x="38100" y="1920240"/>
                    <a:pt x="38100" y="1921510"/>
                    <a:pt x="39370" y="1921510"/>
                  </a:cubicBezTo>
                  <a:cubicBezTo>
                    <a:pt x="40640" y="1921510"/>
                    <a:pt x="41910" y="1920240"/>
                    <a:pt x="43180" y="1918970"/>
                  </a:cubicBezTo>
                  <a:cubicBezTo>
                    <a:pt x="44450" y="1917700"/>
                    <a:pt x="44450" y="1916430"/>
                    <a:pt x="44450" y="1913890"/>
                  </a:cubicBezTo>
                  <a:cubicBezTo>
                    <a:pt x="44450" y="1912620"/>
                    <a:pt x="44450" y="1910080"/>
                    <a:pt x="43180" y="1910080"/>
                  </a:cubicBezTo>
                  <a:cubicBezTo>
                    <a:pt x="41910" y="1910080"/>
                    <a:pt x="40640" y="1907540"/>
                    <a:pt x="39370" y="1907540"/>
                  </a:cubicBezTo>
                  <a:lnTo>
                    <a:pt x="41910" y="1894840"/>
                  </a:lnTo>
                  <a:cubicBezTo>
                    <a:pt x="44450" y="1894840"/>
                    <a:pt x="45720" y="1896110"/>
                    <a:pt x="48260" y="1897380"/>
                  </a:cubicBezTo>
                  <a:cubicBezTo>
                    <a:pt x="49530" y="1898650"/>
                    <a:pt x="50800" y="1899920"/>
                    <a:pt x="52070" y="1901190"/>
                  </a:cubicBezTo>
                  <a:cubicBezTo>
                    <a:pt x="53340" y="1902460"/>
                    <a:pt x="53340" y="1905000"/>
                    <a:pt x="54610" y="1906270"/>
                  </a:cubicBezTo>
                  <a:cubicBezTo>
                    <a:pt x="55880" y="1907540"/>
                    <a:pt x="55880" y="1910080"/>
                    <a:pt x="55880" y="1912620"/>
                  </a:cubicBezTo>
                  <a:cubicBezTo>
                    <a:pt x="55880" y="1915160"/>
                    <a:pt x="55880" y="1917700"/>
                    <a:pt x="54610" y="1918970"/>
                  </a:cubicBezTo>
                  <a:cubicBezTo>
                    <a:pt x="54610" y="1921510"/>
                    <a:pt x="53340" y="1922780"/>
                    <a:pt x="52070" y="1925320"/>
                  </a:cubicBezTo>
                  <a:cubicBezTo>
                    <a:pt x="50800" y="1926590"/>
                    <a:pt x="49530" y="1927860"/>
                    <a:pt x="46990" y="1929130"/>
                  </a:cubicBezTo>
                  <a:cubicBezTo>
                    <a:pt x="45720" y="1930400"/>
                    <a:pt x="43180" y="1930400"/>
                    <a:pt x="40640" y="1930400"/>
                  </a:cubicBezTo>
                  <a:cubicBezTo>
                    <a:pt x="38100" y="1930400"/>
                    <a:pt x="35560" y="1929130"/>
                    <a:pt x="33020" y="1927860"/>
                  </a:cubicBezTo>
                  <a:cubicBezTo>
                    <a:pt x="30480" y="1926590"/>
                    <a:pt x="29210" y="1924050"/>
                    <a:pt x="29210" y="1921510"/>
                  </a:cubicBezTo>
                  <a:lnTo>
                    <a:pt x="29210" y="1921510"/>
                  </a:lnTo>
                  <a:cubicBezTo>
                    <a:pt x="29210" y="1922780"/>
                    <a:pt x="27940" y="1924050"/>
                    <a:pt x="27940" y="1925320"/>
                  </a:cubicBezTo>
                  <a:cubicBezTo>
                    <a:pt x="26670" y="1926590"/>
                    <a:pt x="26670" y="1927860"/>
                    <a:pt x="25400" y="1927860"/>
                  </a:cubicBezTo>
                  <a:cubicBezTo>
                    <a:pt x="24130" y="1929130"/>
                    <a:pt x="22860" y="1929130"/>
                    <a:pt x="21590" y="1930400"/>
                  </a:cubicBezTo>
                  <a:cubicBezTo>
                    <a:pt x="20320" y="1930400"/>
                    <a:pt x="19050" y="1931670"/>
                    <a:pt x="16510" y="1931670"/>
                  </a:cubicBezTo>
                  <a:cubicBezTo>
                    <a:pt x="13970" y="1931670"/>
                    <a:pt x="11430" y="1931670"/>
                    <a:pt x="8890" y="1930400"/>
                  </a:cubicBezTo>
                  <a:cubicBezTo>
                    <a:pt x="6350" y="1929130"/>
                    <a:pt x="5080" y="1927860"/>
                    <a:pt x="3810" y="1926590"/>
                  </a:cubicBezTo>
                  <a:cubicBezTo>
                    <a:pt x="2540" y="1925320"/>
                    <a:pt x="1270" y="1922780"/>
                    <a:pt x="1270" y="1920240"/>
                  </a:cubicBezTo>
                  <a:cubicBezTo>
                    <a:pt x="1270" y="1917700"/>
                    <a:pt x="0" y="1915160"/>
                    <a:pt x="0" y="1912620"/>
                  </a:cubicBezTo>
                  <a:cubicBezTo>
                    <a:pt x="0" y="1907540"/>
                    <a:pt x="1270" y="1903730"/>
                    <a:pt x="3810" y="1899920"/>
                  </a:cubicBezTo>
                  <a:cubicBezTo>
                    <a:pt x="6350" y="1896110"/>
                    <a:pt x="10160" y="1893570"/>
                    <a:pt x="13970" y="1893570"/>
                  </a:cubicBezTo>
                  <a:lnTo>
                    <a:pt x="16510" y="1905000"/>
                  </a:lnTo>
                  <a:cubicBezTo>
                    <a:pt x="13970" y="1905000"/>
                    <a:pt x="12700" y="1906270"/>
                    <a:pt x="11430" y="1907540"/>
                  </a:cubicBezTo>
                  <a:cubicBezTo>
                    <a:pt x="10160" y="1908810"/>
                    <a:pt x="10160" y="1910080"/>
                    <a:pt x="10160" y="1912620"/>
                  </a:cubicBezTo>
                  <a:cubicBezTo>
                    <a:pt x="10160" y="1915160"/>
                    <a:pt x="11430" y="1916430"/>
                    <a:pt x="12700" y="1917700"/>
                  </a:cubicBezTo>
                  <a:cubicBezTo>
                    <a:pt x="13970" y="1918970"/>
                    <a:pt x="15240" y="1918970"/>
                    <a:pt x="17780" y="1918970"/>
                  </a:cubicBezTo>
                  <a:cubicBezTo>
                    <a:pt x="19050" y="1918970"/>
                    <a:pt x="20320" y="1918970"/>
                    <a:pt x="21590" y="1917700"/>
                  </a:cubicBezTo>
                  <a:cubicBezTo>
                    <a:pt x="22860" y="1916430"/>
                    <a:pt x="22860" y="1916430"/>
                    <a:pt x="22860" y="1915160"/>
                  </a:cubicBezTo>
                  <a:cubicBezTo>
                    <a:pt x="22860" y="1913890"/>
                    <a:pt x="24130" y="1912620"/>
                    <a:pt x="24130" y="1911350"/>
                  </a:cubicBezTo>
                  <a:cubicBezTo>
                    <a:pt x="24130" y="1910080"/>
                    <a:pt x="24130" y="1908810"/>
                    <a:pt x="24130" y="1907540"/>
                  </a:cubicBezTo>
                  <a:lnTo>
                    <a:pt x="24130" y="1905000"/>
                  </a:lnTo>
                  <a:lnTo>
                    <a:pt x="34290" y="1905000"/>
                  </a:lnTo>
                  <a:lnTo>
                    <a:pt x="34290" y="1908810"/>
                  </a:lnTo>
                  <a:close/>
                  <a:moveTo>
                    <a:pt x="54610" y="1996440"/>
                  </a:moveTo>
                  <a:lnTo>
                    <a:pt x="54610" y="2006600"/>
                  </a:lnTo>
                  <a:lnTo>
                    <a:pt x="1270" y="2029460"/>
                  </a:lnTo>
                  <a:lnTo>
                    <a:pt x="1270" y="2015490"/>
                  </a:lnTo>
                  <a:lnTo>
                    <a:pt x="12700" y="2010410"/>
                  </a:lnTo>
                  <a:lnTo>
                    <a:pt x="12700" y="1990090"/>
                  </a:lnTo>
                  <a:lnTo>
                    <a:pt x="1270" y="1985010"/>
                  </a:lnTo>
                  <a:lnTo>
                    <a:pt x="1270" y="1972310"/>
                  </a:lnTo>
                  <a:lnTo>
                    <a:pt x="54610" y="1996440"/>
                  </a:lnTo>
                  <a:close/>
                  <a:moveTo>
                    <a:pt x="39370" y="2000250"/>
                  </a:moveTo>
                  <a:lnTo>
                    <a:pt x="22860" y="1993900"/>
                  </a:lnTo>
                  <a:lnTo>
                    <a:pt x="22860" y="2006600"/>
                  </a:lnTo>
                  <a:lnTo>
                    <a:pt x="39370" y="2000250"/>
                  </a:lnTo>
                  <a:close/>
                  <a:moveTo>
                    <a:pt x="30480" y="3468370"/>
                  </a:moveTo>
                  <a:lnTo>
                    <a:pt x="1270" y="3406140"/>
                  </a:lnTo>
                  <a:lnTo>
                    <a:pt x="6350" y="3403600"/>
                  </a:lnTo>
                  <a:lnTo>
                    <a:pt x="30480" y="3455670"/>
                  </a:lnTo>
                  <a:lnTo>
                    <a:pt x="53340" y="3403600"/>
                  </a:lnTo>
                  <a:lnTo>
                    <a:pt x="58420" y="3406140"/>
                  </a:lnTo>
                  <a:lnTo>
                    <a:pt x="30480" y="3468370"/>
                  </a:lnTo>
                  <a:close/>
                  <a:moveTo>
                    <a:pt x="26670" y="3322320"/>
                  </a:moveTo>
                  <a:lnTo>
                    <a:pt x="31750" y="3322320"/>
                  </a:lnTo>
                  <a:lnTo>
                    <a:pt x="31750" y="3462020"/>
                  </a:lnTo>
                  <a:lnTo>
                    <a:pt x="26670" y="3462020"/>
                  </a:lnTo>
                  <a:lnTo>
                    <a:pt x="26670" y="3322320"/>
                  </a:lnTo>
                  <a:close/>
                  <a:moveTo>
                    <a:pt x="41910" y="3568700"/>
                  </a:moveTo>
                  <a:lnTo>
                    <a:pt x="31750" y="3557270"/>
                  </a:lnTo>
                  <a:lnTo>
                    <a:pt x="39370" y="3550920"/>
                  </a:lnTo>
                  <a:lnTo>
                    <a:pt x="54610" y="3568700"/>
                  </a:lnTo>
                  <a:lnTo>
                    <a:pt x="54610" y="3578860"/>
                  </a:lnTo>
                  <a:lnTo>
                    <a:pt x="1270" y="3578860"/>
                  </a:lnTo>
                  <a:lnTo>
                    <a:pt x="1270" y="3567430"/>
                  </a:lnTo>
                  <a:lnTo>
                    <a:pt x="41910" y="3567430"/>
                  </a:lnTo>
                  <a:lnTo>
                    <a:pt x="41910" y="3568700"/>
                  </a:lnTo>
                  <a:close/>
                  <a:moveTo>
                    <a:pt x="12700" y="3623310"/>
                  </a:moveTo>
                  <a:lnTo>
                    <a:pt x="12700" y="3599180"/>
                  </a:lnTo>
                  <a:lnTo>
                    <a:pt x="21590" y="3599180"/>
                  </a:lnTo>
                  <a:lnTo>
                    <a:pt x="54610" y="3620770"/>
                  </a:lnTo>
                  <a:lnTo>
                    <a:pt x="54610" y="3633470"/>
                  </a:lnTo>
                  <a:lnTo>
                    <a:pt x="21590" y="3633470"/>
                  </a:lnTo>
                  <a:lnTo>
                    <a:pt x="21590" y="3639820"/>
                  </a:lnTo>
                  <a:lnTo>
                    <a:pt x="12700" y="3639820"/>
                  </a:lnTo>
                  <a:lnTo>
                    <a:pt x="12700" y="3633470"/>
                  </a:lnTo>
                  <a:lnTo>
                    <a:pt x="1270" y="3633470"/>
                  </a:lnTo>
                  <a:lnTo>
                    <a:pt x="1270" y="3622040"/>
                  </a:lnTo>
                  <a:lnTo>
                    <a:pt x="12700" y="3623310"/>
                  </a:lnTo>
                  <a:lnTo>
                    <a:pt x="12700" y="3623310"/>
                  </a:lnTo>
                  <a:close/>
                  <a:moveTo>
                    <a:pt x="40640" y="3623310"/>
                  </a:moveTo>
                  <a:lnTo>
                    <a:pt x="40640" y="3623310"/>
                  </a:lnTo>
                  <a:lnTo>
                    <a:pt x="21590" y="3611880"/>
                  </a:lnTo>
                  <a:lnTo>
                    <a:pt x="21590" y="3624580"/>
                  </a:lnTo>
                  <a:lnTo>
                    <a:pt x="40640" y="3624580"/>
                  </a:lnTo>
                  <a:lnTo>
                    <a:pt x="40640" y="3623310"/>
                  </a:lnTo>
                  <a:close/>
                  <a:moveTo>
                    <a:pt x="30480" y="5085080"/>
                  </a:moveTo>
                  <a:lnTo>
                    <a:pt x="1270" y="5022850"/>
                  </a:lnTo>
                  <a:lnTo>
                    <a:pt x="6350" y="5020310"/>
                  </a:lnTo>
                  <a:lnTo>
                    <a:pt x="30480" y="5072380"/>
                  </a:lnTo>
                  <a:lnTo>
                    <a:pt x="53340" y="5020310"/>
                  </a:lnTo>
                  <a:lnTo>
                    <a:pt x="58420" y="5022850"/>
                  </a:lnTo>
                  <a:lnTo>
                    <a:pt x="30480" y="5085080"/>
                  </a:lnTo>
                  <a:close/>
                  <a:moveTo>
                    <a:pt x="26670" y="4939030"/>
                  </a:moveTo>
                  <a:lnTo>
                    <a:pt x="31750" y="4939030"/>
                  </a:lnTo>
                  <a:lnTo>
                    <a:pt x="31750" y="5078730"/>
                  </a:lnTo>
                  <a:lnTo>
                    <a:pt x="26670" y="5078730"/>
                  </a:lnTo>
                  <a:lnTo>
                    <a:pt x="26670" y="4939030"/>
                  </a:lnTo>
                  <a:close/>
                  <a:moveTo>
                    <a:pt x="41910" y="5185410"/>
                  </a:moveTo>
                  <a:lnTo>
                    <a:pt x="31750" y="5173980"/>
                  </a:lnTo>
                  <a:lnTo>
                    <a:pt x="39370" y="5167630"/>
                  </a:lnTo>
                  <a:lnTo>
                    <a:pt x="54610" y="5185410"/>
                  </a:lnTo>
                  <a:lnTo>
                    <a:pt x="54610" y="5195570"/>
                  </a:lnTo>
                  <a:lnTo>
                    <a:pt x="1270" y="5195570"/>
                  </a:lnTo>
                  <a:lnTo>
                    <a:pt x="1270" y="5184140"/>
                  </a:lnTo>
                  <a:lnTo>
                    <a:pt x="41910" y="5184140"/>
                  </a:lnTo>
                  <a:lnTo>
                    <a:pt x="41910" y="5185410"/>
                  </a:lnTo>
                  <a:close/>
                  <a:moveTo>
                    <a:pt x="12700" y="5240020"/>
                  </a:moveTo>
                  <a:lnTo>
                    <a:pt x="12700" y="5215890"/>
                  </a:lnTo>
                  <a:lnTo>
                    <a:pt x="21590" y="5215890"/>
                  </a:lnTo>
                  <a:lnTo>
                    <a:pt x="54610" y="5237480"/>
                  </a:lnTo>
                  <a:lnTo>
                    <a:pt x="54610" y="5250180"/>
                  </a:lnTo>
                  <a:lnTo>
                    <a:pt x="21590" y="5250180"/>
                  </a:lnTo>
                  <a:lnTo>
                    <a:pt x="21590" y="5256530"/>
                  </a:lnTo>
                  <a:lnTo>
                    <a:pt x="12700" y="5256530"/>
                  </a:lnTo>
                  <a:lnTo>
                    <a:pt x="12700" y="5250180"/>
                  </a:lnTo>
                  <a:lnTo>
                    <a:pt x="1270" y="5250180"/>
                  </a:lnTo>
                  <a:lnTo>
                    <a:pt x="1270" y="5238750"/>
                  </a:lnTo>
                  <a:lnTo>
                    <a:pt x="12700" y="5240020"/>
                  </a:lnTo>
                  <a:lnTo>
                    <a:pt x="12700" y="5240020"/>
                  </a:lnTo>
                  <a:close/>
                  <a:moveTo>
                    <a:pt x="40640" y="5240020"/>
                  </a:moveTo>
                  <a:lnTo>
                    <a:pt x="40640" y="5240020"/>
                  </a:lnTo>
                  <a:lnTo>
                    <a:pt x="21590" y="5227320"/>
                  </a:lnTo>
                  <a:lnTo>
                    <a:pt x="21590" y="5240020"/>
                  </a:lnTo>
                  <a:lnTo>
                    <a:pt x="40640" y="5240020"/>
                  </a:lnTo>
                  <a:close/>
                  <a:moveTo>
                    <a:pt x="54610" y="5317490"/>
                  </a:moveTo>
                  <a:lnTo>
                    <a:pt x="54610" y="5327650"/>
                  </a:lnTo>
                  <a:lnTo>
                    <a:pt x="1270" y="5351780"/>
                  </a:lnTo>
                  <a:lnTo>
                    <a:pt x="1270" y="5337810"/>
                  </a:lnTo>
                  <a:lnTo>
                    <a:pt x="12700" y="5332730"/>
                  </a:lnTo>
                  <a:lnTo>
                    <a:pt x="12700" y="5311140"/>
                  </a:lnTo>
                  <a:lnTo>
                    <a:pt x="1270" y="5306060"/>
                  </a:lnTo>
                  <a:lnTo>
                    <a:pt x="1270" y="5293360"/>
                  </a:lnTo>
                  <a:lnTo>
                    <a:pt x="54610" y="5317490"/>
                  </a:lnTo>
                  <a:close/>
                  <a:moveTo>
                    <a:pt x="39370" y="5322570"/>
                  </a:moveTo>
                  <a:lnTo>
                    <a:pt x="22860" y="5316220"/>
                  </a:lnTo>
                  <a:lnTo>
                    <a:pt x="22860" y="5328920"/>
                  </a:lnTo>
                  <a:lnTo>
                    <a:pt x="39370" y="5322570"/>
                  </a:lnTo>
                  <a:close/>
                </a:path>
              </a:pathLst>
            </a:custGeom>
            <a:solidFill>
              <a:srgbClr val="FFFFFF"/>
            </a:solidFill>
          </p:spPr>
        </p:sp>
      </p:grpSp>
      <p:sp>
        <p:nvSpPr>
          <p:cNvPr id="8" name="TextBox 8"/>
          <p:cNvSpPr txBox="1"/>
          <p:nvPr/>
        </p:nvSpPr>
        <p:spPr>
          <a:xfrm>
            <a:off x="1028700" y="2618751"/>
            <a:ext cx="8297205" cy="1148715"/>
          </a:xfrm>
          <a:prstGeom prst="rect">
            <a:avLst/>
          </a:prstGeom>
        </p:spPr>
        <p:txBody>
          <a:bodyPr lIns="0" tIns="0" rIns="0" bIns="0" rtlCol="0" anchor="t">
            <a:spAutoFit/>
          </a:bodyPr>
          <a:lstStyle/>
          <a:p>
            <a:pPr algn="l">
              <a:lnSpc>
                <a:spcPts val="8960"/>
              </a:lnSpc>
            </a:pPr>
            <a:r>
              <a:rPr lang="en-US" sz="8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9" name="TextBox 9"/>
          <p:cNvSpPr txBox="1"/>
          <p:nvPr/>
        </p:nvSpPr>
        <p:spPr>
          <a:xfrm>
            <a:off x="1028700" y="5261599"/>
            <a:ext cx="7981895" cy="358775"/>
          </a:xfrm>
          <a:prstGeom prst="rect">
            <a:avLst/>
          </a:prstGeom>
        </p:spPr>
        <p:txBody>
          <a:bodyPr lIns="0" tIns="0" rIns="0" bIns="0" rtlCol="0" anchor="t">
            <a:spAutoFit/>
          </a:bodyPr>
          <a:lstStyle/>
          <a:p>
            <a:pPr algn="l">
              <a:lnSpc>
                <a:spcPts val="2800"/>
              </a:lnSpc>
            </a:pPr>
            <a:r>
              <a:rPr lang="en-US"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TextBox 3"/>
          <p:cNvSpPr txBox="1"/>
          <p:nvPr/>
        </p:nvSpPr>
        <p:spPr>
          <a:xfrm>
            <a:off x="1028700" y="2327089"/>
            <a:ext cx="8969867" cy="1148715"/>
          </a:xfrm>
          <a:prstGeom prst="rect">
            <a:avLst/>
          </a:prstGeom>
        </p:spPr>
        <p:txBody>
          <a:bodyPr lIns="0" tIns="0" rIns="0" bIns="0" rtlCol="0" anchor="t">
            <a:spAutoFit/>
          </a:bodyPr>
          <a:lstStyle/>
          <a:p>
            <a:pPr algn="l">
              <a:lnSpc>
                <a:spcPts val="8960"/>
              </a:lnSpc>
            </a:pPr>
            <a:r>
              <a:rPr lang="en-US" sz="7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sz="7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4" name="TextBox 4"/>
          <p:cNvSpPr txBox="1"/>
          <p:nvPr/>
        </p:nvSpPr>
        <p:spPr>
          <a:xfrm>
            <a:off x="1028700" y="5543737"/>
            <a:ext cx="7981895" cy="717550"/>
          </a:xfrm>
          <a:prstGeom prst="rect">
            <a:avLst/>
          </a:prstGeom>
        </p:spPr>
        <p:txBody>
          <a:bodyPr lIns="0" tIns="0" rIns="0" bIns="0" rtlCol="0" anchor="t">
            <a:spAutoFit/>
          </a:bodyPr>
          <a:lstStyle/>
          <a:p>
            <a:pPr algn="l">
              <a:lnSpc>
                <a:spcPts val="2800"/>
              </a:lnSpc>
            </a:pPr>
            <a:r>
              <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l">
              <a:lnSpc>
                <a:spcPts val="2800"/>
              </a:lnSpc>
            </a:pP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grpSp>
        <p:nvGrpSpPr>
          <p:cNvPr id="5" name="Group 5"/>
          <p:cNvGrpSpPr>
            <a:grpSpLocks noChangeAspect="1"/>
          </p:cNvGrpSpPr>
          <p:nvPr/>
        </p:nvGrpSpPr>
        <p:grpSpPr>
          <a:xfrm rot="0">
            <a:off x="11006551" y="1028700"/>
            <a:ext cx="5486400" cy="8229600"/>
            <a:chOff x="0" y="0"/>
            <a:chExt cx="6350000" cy="9525000"/>
          </a:xfrm>
        </p:grpSpPr>
        <p:sp>
          <p:nvSpPr>
            <p:cNvPr id="6" name="Freeform 6"/>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2"/>
              <a:stretch>
                <a:fillRect l="-82547" r="-82547"/>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TextBox 3"/>
          <p:cNvSpPr txBox="1"/>
          <p:nvPr/>
        </p:nvSpPr>
        <p:spPr>
          <a:xfrm>
            <a:off x="2977411" y="2805474"/>
            <a:ext cx="12333177" cy="2298065"/>
          </a:xfrm>
          <a:prstGeom prst="rect">
            <a:avLst/>
          </a:prstGeom>
        </p:spPr>
        <p:txBody>
          <a:bodyPr lIns="0" tIns="0" rIns="0" bIns="0" rtlCol="0" anchor="t">
            <a:spAutoFit/>
          </a:bodyPr>
          <a:lstStyle/>
          <a:p>
            <a:pPr algn="ctr">
              <a:lnSpc>
                <a:spcPts val="8960"/>
              </a:lnSpc>
            </a:pPr>
            <a:r>
              <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ctr">
              <a:lnSpc>
                <a:spcPts val="8960"/>
              </a:lnSpc>
            </a:pP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4" name="TextBox 4"/>
          <p:cNvSpPr txBox="1"/>
          <p:nvPr/>
        </p:nvSpPr>
        <p:spPr>
          <a:xfrm>
            <a:off x="3849770" y="5372057"/>
            <a:ext cx="10588460" cy="717550"/>
          </a:xfrm>
          <a:prstGeom prst="rect">
            <a:avLst/>
          </a:prstGeom>
        </p:spPr>
        <p:txBody>
          <a:bodyPr lIns="0" tIns="0" rIns="0" bIns="0" rtlCol="0" anchor="t">
            <a:spAutoFit/>
          </a:bodyPr>
          <a:lstStyle/>
          <a:p>
            <a:pPr algn="ctr">
              <a:lnSpc>
                <a:spcPts val="2800"/>
              </a:lnSpc>
            </a:pPr>
            <a:r>
              <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ctr">
              <a:lnSpc>
                <a:spcPts val="2800"/>
              </a:lnSpc>
            </a:pP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
        <p:nvSpPr>
          <p:cNvPr id="5" name="Freeform 5"/>
          <p:cNvSpPr/>
          <p:nvPr/>
        </p:nvSpPr>
        <p:spPr>
          <a:xfrm>
            <a:off x="-1096465" y="8337319"/>
            <a:ext cx="3290500" cy="3552497"/>
          </a:xfrm>
          <a:custGeom>
            <a:avLst/>
            <a:gdLst/>
            <a:ahLst/>
            <a:cxnLst/>
            <a:rect l="l" t="t" r="r" b="b"/>
            <a:pathLst>
              <a:path w="3290500" h="3552497">
                <a:moveTo>
                  <a:pt x="0" y="0"/>
                </a:moveTo>
                <a:lnTo>
                  <a:pt x="3290499" y="0"/>
                </a:lnTo>
                <a:lnTo>
                  <a:pt x="3290499" y="3552497"/>
                </a:lnTo>
                <a:lnTo>
                  <a:pt x="0" y="3552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438230" y="8726764"/>
            <a:ext cx="4374043" cy="1813240"/>
          </a:xfrm>
          <a:custGeom>
            <a:avLst/>
            <a:gdLst/>
            <a:ahLst/>
            <a:cxnLst/>
            <a:rect l="l" t="t" r="r" b="b"/>
            <a:pathLst>
              <a:path w="4374043" h="1813240">
                <a:moveTo>
                  <a:pt x="0" y="0"/>
                </a:moveTo>
                <a:lnTo>
                  <a:pt x="4374043" y="0"/>
                </a:lnTo>
                <a:lnTo>
                  <a:pt x="4374043" y="1813240"/>
                </a:lnTo>
                <a:lnTo>
                  <a:pt x="0" y="1813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50159" y="-893753"/>
            <a:ext cx="4311967" cy="1787506"/>
          </a:xfrm>
          <a:custGeom>
            <a:avLst/>
            <a:gdLst/>
            <a:ahLst/>
            <a:cxnLst/>
            <a:rect l="l" t="t" r="r" b="b"/>
            <a:pathLst>
              <a:path w="4311967" h="1787506">
                <a:moveTo>
                  <a:pt x="0" y="0"/>
                </a:moveTo>
                <a:lnTo>
                  <a:pt x="4311967" y="0"/>
                </a:lnTo>
                <a:lnTo>
                  <a:pt x="4311967" y="1787506"/>
                </a:lnTo>
                <a:lnTo>
                  <a:pt x="0" y="1787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7063573" y="3698749"/>
            <a:ext cx="2448853" cy="2889502"/>
          </a:xfrm>
          <a:custGeom>
            <a:avLst/>
            <a:gdLst/>
            <a:ahLst/>
            <a:cxnLst/>
            <a:rect l="l" t="t" r="r" b="b"/>
            <a:pathLst>
              <a:path w="2448853" h="2889502">
                <a:moveTo>
                  <a:pt x="0" y="0"/>
                </a:moveTo>
                <a:lnTo>
                  <a:pt x="2448854" y="0"/>
                </a:lnTo>
                <a:lnTo>
                  <a:pt x="2448854" y="2889502"/>
                </a:lnTo>
                <a:lnTo>
                  <a:pt x="0" y="28895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txBody>
          <a:bodyPr/>
          <a:p>
            <a:endParaRPr lang="en-GB" altLang="en-US"/>
          </a:p>
        </p:txBody>
      </p:sp>
      <p:sp>
        <p:nvSpPr>
          <p:cNvPr id="3" name="TextBox 3"/>
          <p:cNvSpPr txBox="1"/>
          <p:nvPr/>
        </p:nvSpPr>
        <p:spPr>
          <a:xfrm>
            <a:off x="2008838" y="2680541"/>
            <a:ext cx="14270324" cy="2298065"/>
          </a:xfrm>
          <a:prstGeom prst="rect">
            <a:avLst/>
          </a:prstGeom>
        </p:spPr>
        <p:txBody>
          <a:bodyPr lIns="0" tIns="0" rIns="0" bIns="0" rtlCol="0" anchor="t">
            <a:spAutoFit/>
          </a:bodyPr>
          <a:lstStyle/>
          <a:p>
            <a:pPr algn="ctr">
              <a:lnSpc>
                <a:spcPts val="8960"/>
              </a:lnSpc>
            </a:pPr>
            <a:r>
              <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ctr">
              <a:lnSpc>
                <a:spcPts val="8960"/>
              </a:lnSpc>
            </a:pP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4" name="TextBox 4"/>
          <p:cNvSpPr txBox="1"/>
          <p:nvPr/>
        </p:nvSpPr>
        <p:spPr>
          <a:xfrm>
            <a:off x="3528746" y="5338240"/>
            <a:ext cx="11230508" cy="789940"/>
          </a:xfrm>
          <a:prstGeom prst="rect">
            <a:avLst/>
          </a:prstGeom>
        </p:spPr>
        <p:txBody>
          <a:bodyPr lIns="0" tIns="0" rIns="0" bIns="0" rtlCol="0" anchor="t">
            <a:spAutoFit/>
          </a:bodyPr>
          <a:lstStyle/>
          <a:p>
            <a:pPr algn="ctr">
              <a:lnSpc>
                <a:spcPts val="3080"/>
              </a:lnSpc>
            </a:pPr>
            <a:r>
              <a:rPr lang="en-US" altLang="en-GB" sz="22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2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ctr">
              <a:lnSpc>
                <a:spcPts val="3080"/>
              </a:lnSpc>
            </a:pPr>
            <a:endParaRPr lang="en-US" altLang="en-GB" sz="22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
        <p:nvSpPr>
          <p:cNvPr id="5" name="Freeform 5"/>
          <p:cNvSpPr/>
          <p:nvPr/>
        </p:nvSpPr>
        <p:spPr>
          <a:xfrm>
            <a:off x="-1096465" y="8337319"/>
            <a:ext cx="3290500" cy="3552497"/>
          </a:xfrm>
          <a:custGeom>
            <a:avLst/>
            <a:gdLst/>
            <a:ahLst/>
            <a:cxnLst/>
            <a:rect l="l" t="t" r="r" b="b"/>
            <a:pathLst>
              <a:path w="3290500" h="3552497">
                <a:moveTo>
                  <a:pt x="0" y="0"/>
                </a:moveTo>
                <a:lnTo>
                  <a:pt x="3290499" y="0"/>
                </a:lnTo>
                <a:lnTo>
                  <a:pt x="3290499" y="3552497"/>
                </a:lnTo>
                <a:lnTo>
                  <a:pt x="0" y="3552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321033" y="9021054"/>
            <a:ext cx="4374043" cy="1813240"/>
          </a:xfrm>
          <a:custGeom>
            <a:avLst/>
            <a:gdLst/>
            <a:ahLst/>
            <a:cxnLst/>
            <a:rect l="l" t="t" r="r" b="b"/>
            <a:pathLst>
              <a:path w="4374043" h="1813240">
                <a:moveTo>
                  <a:pt x="0" y="0"/>
                </a:moveTo>
                <a:lnTo>
                  <a:pt x="4374043" y="0"/>
                </a:lnTo>
                <a:lnTo>
                  <a:pt x="4374043" y="1813239"/>
                </a:lnTo>
                <a:lnTo>
                  <a:pt x="0" y="181323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4236848" y="-893753"/>
            <a:ext cx="4311967" cy="1787506"/>
          </a:xfrm>
          <a:custGeom>
            <a:avLst/>
            <a:gdLst/>
            <a:ahLst/>
            <a:cxnLst/>
            <a:rect l="l" t="t" r="r" b="b"/>
            <a:pathLst>
              <a:path w="4311967" h="1787506">
                <a:moveTo>
                  <a:pt x="0" y="0"/>
                </a:moveTo>
                <a:lnTo>
                  <a:pt x="4311967" y="0"/>
                </a:lnTo>
                <a:lnTo>
                  <a:pt x="4311967" y="1787506"/>
                </a:lnTo>
                <a:lnTo>
                  <a:pt x="0" y="1787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7063573" y="3698749"/>
            <a:ext cx="2448853" cy="2889502"/>
          </a:xfrm>
          <a:custGeom>
            <a:avLst/>
            <a:gdLst/>
            <a:ahLst/>
            <a:cxnLst/>
            <a:rect l="l" t="t" r="r" b="b"/>
            <a:pathLst>
              <a:path w="2448853" h="2889502">
                <a:moveTo>
                  <a:pt x="0" y="0"/>
                </a:moveTo>
                <a:lnTo>
                  <a:pt x="2448854" y="0"/>
                </a:lnTo>
                <a:lnTo>
                  <a:pt x="2448854" y="2889502"/>
                </a:lnTo>
                <a:lnTo>
                  <a:pt x="0" y="28895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5614050" y="-2250321"/>
            <a:ext cx="3290500" cy="3552497"/>
          </a:xfrm>
          <a:custGeom>
            <a:avLst/>
            <a:gdLst/>
            <a:ahLst/>
            <a:cxnLst/>
            <a:rect l="l" t="t" r="r" b="b"/>
            <a:pathLst>
              <a:path w="3290500" h="3552497">
                <a:moveTo>
                  <a:pt x="0" y="0"/>
                </a:moveTo>
                <a:lnTo>
                  <a:pt x="3290500" y="0"/>
                </a:lnTo>
                <a:lnTo>
                  <a:pt x="3290500" y="3552497"/>
                </a:lnTo>
                <a:lnTo>
                  <a:pt x="0" y="3552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5400000">
            <a:off x="-2187021" y="1002155"/>
            <a:ext cx="4374043" cy="1813240"/>
          </a:xfrm>
          <a:custGeom>
            <a:avLst/>
            <a:gdLst/>
            <a:ahLst/>
            <a:cxnLst/>
            <a:rect l="l" t="t" r="r" b="b"/>
            <a:pathLst>
              <a:path w="4374043" h="1813240">
                <a:moveTo>
                  <a:pt x="0" y="0"/>
                </a:moveTo>
                <a:lnTo>
                  <a:pt x="4374042" y="0"/>
                </a:lnTo>
                <a:lnTo>
                  <a:pt x="4374042" y="1813240"/>
                </a:lnTo>
                <a:lnTo>
                  <a:pt x="0" y="1813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10800000">
            <a:off x="14907590" y="9219814"/>
            <a:ext cx="4311967" cy="1787506"/>
          </a:xfrm>
          <a:custGeom>
            <a:avLst/>
            <a:gdLst/>
            <a:ahLst/>
            <a:cxnLst/>
            <a:rect l="l" t="t" r="r" b="b"/>
            <a:pathLst>
              <a:path w="4311967" h="1787506">
                <a:moveTo>
                  <a:pt x="0" y="0"/>
                </a:moveTo>
                <a:lnTo>
                  <a:pt x="4311967" y="0"/>
                </a:lnTo>
                <a:lnTo>
                  <a:pt x="4311967" y="1787506"/>
                </a:lnTo>
                <a:lnTo>
                  <a:pt x="0" y="1787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TextBox 3"/>
          <p:cNvSpPr txBox="1"/>
          <p:nvPr/>
        </p:nvSpPr>
        <p:spPr>
          <a:xfrm>
            <a:off x="1028700" y="2103744"/>
            <a:ext cx="8297205" cy="2298065"/>
          </a:xfrm>
          <a:prstGeom prst="rect">
            <a:avLst/>
          </a:prstGeom>
        </p:spPr>
        <p:txBody>
          <a:bodyPr lIns="0" tIns="0" rIns="0" bIns="0" rtlCol="0" anchor="t">
            <a:spAutoFit/>
          </a:bodyPr>
          <a:lstStyle/>
          <a:p>
            <a:pPr algn="l">
              <a:lnSpc>
                <a:spcPts val="8960"/>
              </a:lnSpc>
            </a:pPr>
            <a:r>
              <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l">
              <a:lnSpc>
                <a:spcPts val="8960"/>
              </a:lnSpc>
            </a:pP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4" name="TextBox 4"/>
          <p:cNvSpPr txBox="1"/>
          <p:nvPr/>
        </p:nvSpPr>
        <p:spPr>
          <a:xfrm>
            <a:off x="1028700" y="5776606"/>
            <a:ext cx="7981895" cy="717550"/>
          </a:xfrm>
          <a:prstGeom prst="rect">
            <a:avLst/>
          </a:prstGeom>
        </p:spPr>
        <p:txBody>
          <a:bodyPr lIns="0" tIns="0" rIns="0" bIns="0" rtlCol="0" anchor="t">
            <a:spAutoFit/>
          </a:bodyPr>
          <a:lstStyle/>
          <a:p>
            <a:pPr algn="l">
              <a:lnSpc>
                <a:spcPts val="2800"/>
              </a:lnSpc>
            </a:pPr>
            <a:r>
              <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l">
              <a:lnSpc>
                <a:spcPts val="2800"/>
              </a:lnSpc>
            </a:pP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grpSp>
        <p:nvGrpSpPr>
          <p:cNvPr id="5" name="Group 5"/>
          <p:cNvGrpSpPr>
            <a:grpSpLocks noChangeAspect="1"/>
          </p:cNvGrpSpPr>
          <p:nvPr/>
        </p:nvGrpSpPr>
        <p:grpSpPr>
          <a:xfrm rot="0">
            <a:off x="11006551" y="1028700"/>
            <a:ext cx="5486400" cy="8229600"/>
            <a:chOff x="0" y="0"/>
            <a:chExt cx="6350000" cy="9525000"/>
          </a:xfrm>
        </p:grpSpPr>
        <p:sp>
          <p:nvSpPr>
            <p:cNvPr id="6" name="Freeform 6"/>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2"/>
              <a:stretch>
                <a:fillRect l="-62570" r="-62570"/>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8" name="TextBox 8"/>
          <p:cNvSpPr txBox="1"/>
          <p:nvPr/>
        </p:nvSpPr>
        <p:spPr>
          <a:xfrm>
            <a:off x="1028700" y="2304426"/>
            <a:ext cx="9285177" cy="2010410"/>
          </a:xfrm>
          <a:prstGeom prst="rect">
            <a:avLst/>
          </a:prstGeom>
        </p:spPr>
        <p:txBody>
          <a:bodyPr lIns="0" tIns="0" rIns="0" bIns="0" rtlCol="0" anchor="t">
            <a:spAutoFit/>
          </a:bodyPr>
          <a:lstStyle/>
          <a:p>
            <a:pPr algn="l">
              <a:lnSpc>
                <a:spcPts val="7840"/>
              </a:lnSpc>
            </a:pPr>
            <a:r>
              <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l">
              <a:lnSpc>
                <a:spcPts val="7840"/>
              </a:lnSpc>
            </a:pPr>
            <a:endPar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9" name="TextBox 9"/>
          <p:cNvSpPr txBox="1"/>
          <p:nvPr/>
        </p:nvSpPr>
        <p:spPr>
          <a:xfrm>
            <a:off x="1028700" y="5566399"/>
            <a:ext cx="7981895" cy="717550"/>
          </a:xfrm>
          <a:prstGeom prst="rect">
            <a:avLst/>
          </a:prstGeom>
        </p:spPr>
        <p:txBody>
          <a:bodyPr lIns="0" tIns="0" rIns="0" bIns="0" rtlCol="0" anchor="t">
            <a:spAutoFit/>
          </a:bodyPr>
          <a:lstStyle/>
          <a:p>
            <a:pPr algn="l">
              <a:lnSpc>
                <a:spcPts val="2800"/>
              </a:lnSpc>
            </a:pPr>
            <a:r>
              <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l">
              <a:lnSpc>
                <a:spcPts val="2800"/>
              </a:lnSpc>
            </a:pP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grpSp>
        <p:nvGrpSpPr>
          <p:cNvPr id="3" name="Group 3"/>
          <p:cNvGrpSpPr/>
          <p:nvPr/>
        </p:nvGrpSpPr>
        <p:grpSpPr>
          <a:xfrm rot="0">
            <a:off x="1958609" y="5045608"/>
            <a:ext cx="14370782" cy="3497522"/>
            <a:chOff x="0" y="0"/>
            <a:chExt cx="3960183" cy="963819"/>
          </a:xfrm>
        </p:grpSpPr>
        <p:sp>
          <p:nvSpPr>
            <p:cNvPr id="4" name="Freeform 4"/>
            <p:cNvSpPr/>
            <p:nvPr/>
          </p:nvSpPr>
          <p:spPr>
            <a:xfrm>
              <a:off x="0" y="0"/>
              <a:ext cx="3960183" cy="963819"/>
            </a:xfrm>
            <a:custGeom>
              <a:avLst/>
              <a:gdLst/>
              <a:ahLst/>
              <a:cxnLst/>
              <a:rect l="l" t="t" r="r" b="b"/>
              <a:pathLst>
                <a:path w="3960183" h="963819">
                  <a:moveTo>
                    <a:pt x="5926" y="0"/>
                  </a:moveTo>
                  <a:lnTo>
                    <a:pt x="3954257" y="0"/>
                  </a:lnTo>
                  <a:cubicBezTo>
                    <a:pt x="3955829" y="0"/>
                    <a:pt x="3957336" y="624"/>
                    <a:pt x="3958448" y="1736"/>
                  </a:cubicBezTo>
                  <a:cubicBezTo>
                    <a:pt x="3959559" y="2847"/>
                    <a:pt x="3960183" y="4354"/>
                    <a:pt x="3960183" y="5926"/>
                  </a:cubicBezTo>
                  <a:lnTo>
                    <a:pt x="3960183" y="957893"/>
                  </a:lnTo>
                  <a:cubicBezTo>
                    <a:pt x="3960183" y="959464"/>
                    <a:pt x="3959559" y="960972"/>
                    <a:pt x="3958448" y="962083"/>
                  </a:cubicBezTo>
                  <a:cubicBezTo>
                    <a:pt x="3957336" y="963194"/>
                    <a:pt x="3955829" y="963819"/>
                    <a:pt x="3954257" y="963819"/>
                  </a:cubicBezTo>
                  <a:lnTo>
                    <a:pt x="5926" y="963819"/>
                  </a:lnTo>
                  <a:cubicBezTo>
                    <a:pt x="4354" y="963819"/>
                    <a:pt x="2847" y="963194"/>
                    <a:pt x="1736" y="962083"/>
                  </a:cubicBezTo>
                  <a:cubicBezTo>
                    <a:pt x="624" y="960972"/>
                    <a:pt x="0" y="959464"/>
                    <a:pt x="0" y="957893"/>
                  </a:cubicBezTo>
                  <a:lnTo>
                    <a:pt x="0" y="5926"/>
                  </a:lnTo>
                  <a:cubicBezTo>
                    <a:pt x="0" y="4354"/>
                    <a:pt x="624" y="2847"/>
                    <a:pt x="1736" y="1736"/>
                  </a:cubicBezTo>
                  <a:cubicBezTo>
                    <a:pt x="2847" y="624"/>
                    <a:pt x="4354" y="0"/>
                    <a:pt x="5926" y="0"/>
                  </a:cubicBezTo>
                  <a:close/>
                </a:path>
              </a:pathLst>
            </a:custGeom>
            <a:solidFill>
              <a:srgbClr val="FFFFFF"/>
            </a:solidFill>
            <a:ln w="19050" cap="sq">
              <a:solidFill>
                <a:srgbClr val="000000"/>
              </a:solidFill>
              <a:prstDash val="solid"/>
              <a:miter/>
            </a:ln>
          </p:spPr>
        </p:sp>
        <p:sp>
          <p:nvSpPr>
            <p:cNvPr id="5" name="TextBox 5"/>
            <p:cNvSpPr txBox="1"/>
            <p:nvPr/>
          </p:nvSpPr>
          <p:spPr>
            <a:xfrm>
              <a:off x="0" y="-38100"/>
              <a:ext cx="3960183" cy="1001919"/>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TextBox 6"/>
          <p:cNvSpPr txBox="1"/>
          <p:nvPr/>
        </p:nvSpPr>
        <p:spPr>
          <a:xfrm>
            <a:off x="5824371" y="1502308"/>
            <a:ext cx="6639258" cy="3539490"/>
          </a:xfrm>
          <a:prstGeom prst="rect">
            <a:avLst/>
          </a:prstGeom>
        </p:spPr>
        <p:txBody>
          <a:bodyPr lIns="0" tIns="0" rIns="0" bIns="0" rtlCol="0" anchor="t">
            <a:spAutoFit/>
          </a:bodyPr>
          <a:lstStyle/>
          <a:p>
            <a:pPr algn="ctr">
              <a:lnSpc>
                <a:spcPts val="27600"/>
              </a:lnSpc>
            </a:pPr>
            <a:r>
              <a:rPr lang="en-US" altLang="en-GB" sz="24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24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7" name="TextBox 7"/>
          <p:cNvSpPr txBox="1"/>
          <p:nvPr/>
        </p:nvSpPr>
        <p:spPr>
          <a:xfrm>
            <a:off x="3559812" y="5538656"/>
            <a:ext cx="11168377" cy="717550"/>
          </a:xfrm>
          <a:prstGeom prst="rect">
            <a:avLst/>
          </a:prstGeom>
        </p:spPr>
        <p:txBody>
          <a:bodyPr lIns="0" tIns="0" rIns="0" bIns="0" rtlCol="0" anchor="t">
            <a:spAutoFit/>
          </a:bodyPr>
          <a:lstStyle/>
          <a:p>
            <a:pPr algn="ctr">
              <a:lnSpc>
                <a:spcPts val="2800"/>
              </a:lnSpc>
              <a:spcBef>
                <a:spcPct val="0"/>
              </a:spcBef>
            </a:pPr>
            <a:r>
              <a:rPr lang="en-US" altLang="en-GB" sz="2000" b="1">
                <a:solidFill>
                  <a:srgbClr val="000000"/>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000000"/>
              </a:solidFill>
              <a:latin typeface="Quicksand Medium" panose="00000600000000000000"/>
              <a:ea typeface="Quicksand Medium" panose="00000600000000000000"/>
              <a:cs typeface="Quicksand Medium" panose="00000600000000000000"/>
              <a:sym typeface="Quicksand Medium" panose="00000600000000000000"/>
            </a:endParaRPr>
          </a:p>
          <a:p>
            <a:pPr algn="ctr">
              <a:lnSpc>
                <a:spcPts val="2800"/>
              </a:lnSpc>
              <a:spcBef>
                <a:spcPct val="0"/>
              </a:spcBef>
            </a:pPr>
            <a:endParaRPr lang="en-US" altLang="en-GB" sz="2000" b="1">
              <a:solidFill>
                <a:srgbClr val="000000"/>
              </a:solidFill>
              <a:latin typeface="Quicksand Medium" panose="00000600000000000000"/>
              <a:ea typeface="Quicksand Medium" panose="00000600000000000000"/>
              <a:cs typeface="Quicksand Medium" panose="00000600000000000000"/>
              <a:sym typeface="Quicksand Medium" panose="000006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grpSp>
        <p:nvGrpSpPr>
          <p:cNvPr id="3" name="Group 3"/>
          <p:cNvGrpSpPr/>
          <p:nvPr/>
        </p:nvGrpSpPr>
        <p:grpSpPr>
          <a:xfrm rot="0">
            <a:off x="1627490" y="6945776"/>
            <a:ext cx="7562067" cy="1841650"/>
            <a:chOff x="0" y="0"/>
            <a:chExt cx="1991656" cy="485044"/>
          </a:xfrm>
        </p:grpSpPr>
        <p:sp>
          <p:nvSpPr>
            <p:cNvPr id="4" name="Freeform 4"/>
            <p:cNvSpPr/>
            <p:nvPr/>
          </p:nvSpPr>
          <p:spPr>
            <a:xfrm>
              <a:off x="0" y="0"/>
              <a:ext cx="1991656" cy="485044"/>
            </a:xfrm>
            <a:custGeom>
              <a:avLst/>
              <a:gdLst/>
              <a:ahLst/>
              <a:cxnLst/>
              <a:rect l="l" t="t" r="r" b="b"/>
              <a:pathLst>
                <a:path w="1991656" h="485044">
                  <a:moveTo>
                    <a:pt x="30714" y="0"/>
                  </a:moveTo>
                  <a:lnTo>
                    <a:pt x="1960942" y="0"/>
                  </a:lnTo>
                  <a:cubicBezTo>
                    <a:pt x="1969088" y="0"/>
                    <a:pt x="1976900" y="3236"/>
                    <a:pt x="1982660" y="8996"/>
                  </a:cubicBezTo>
                  <a:cubicBezTo>
                    <a:pt x="1988420" y="14756"/>
                    <a:pt x="1991656" y="22568"/>
                    <a:pt x="1991656" y="30714"/>
                  </a:cubicBezTo>
                  <a:lnTo>
                    <a:pt x="1991656" y="454330"/>
                  </a:lnTo>
                  <a:cubicBezTo>
                    <a:pt x="1991656" y="462476"/>
                    <a:pt x="1988420" y="470288"/>
                    <a:pt x="1982660" y="476048"/>
                  </a:cubicBezTo>
                  <a:cubicBezTo>
                    <a:pt x="1976900" y="481808"/>
                    <a:pt x="1969088" y="485044"/>
                    <a:pt x="1960942" y="485044"/>
                  </a:cubicBezTo>
                  <a:lnTo>
                    <a:pt x="30714" y="485044"/>
                  </a:lnTo>
                  <a:cubicBezTo>
                    <a:pt x="22568" y="485044"/>
                    <a:pt x="14756" y="481808"/>
                    <a:pt x="8996" y="476048"/>
                  </a:cubicBezTo>
                  <a:cubicBezTo>
                    <a:pt x="3236" y="470288"/>
                    <a:pt x="0" y="462476"/>
                    <a:pt x="0" y="454330"/>
                  </a:cubicBezTo>
                  <a:lnTo>
                    <a:pt x="0" y="30714"/>
                  </a:lnTo>
                  <a:cubicBezTo>
                    <a:pt x="0" y="22568"/>
                    <a:pt x="3236" y="14756"/>
                    <a:pt x="8996" y="8996"/>
                  </a:cubicBezTo>
                  <a:cubicBezTo>
                    <a:pt x="14756" y="3236"/>
                    <a:pt x="22568" y="0"/>
                    <a:pt x="30714" y="0"/>
                  </a:cubicBezTo>
                  <a:close/>
                </a:path>
              </a:pathLst>
            </a:custGeom>
            <a:solidFill>
              <a:srgbClr val="FFFFFF"/>
            </a:solidFill>
            <a:ln w="19050" cap="rnd">
              <a:solidFill>
                <a:srgbClr val="000000"/>
              </a:solidFill>
              <a:prstDash val="solid"/>
              <a:round/>
            </a:ln>
          </p:spPr>
        </p:sp>
        <p:sp>
          <p:nvSpPr>
            <p:cNvPr id="5" name="TextBox 5"/>
            <p:cNvSpPr txBox="1"/>
            <p:nvPr/>
          </p:nvSpPr>
          <p:spPr>
            <a:xfrm>
              <a:off x="0" y="-38100"/>
              <a:ext cx="1991656" cy="523144"/>
            </a:xfrm>
            <a:prstGeom prst="rect">
              <a:avLst/>
            </a:prstGeom>
          </p:spPr>
          <p:txBody>
            <a:bodyPr lIns="63500" tIns="63500" rIns="63500" bIns="63500" rtlCol="0" anchor="ctr"/>
            <a:lstStyle/>
            <a:p>
              <a:pPr algn="ctr">
                <a:lnSpc>
                  <a:spcPts val="2450"/>
                </a:lnSpc>
              </a:pPr>
            </a:p>
          </p:txBody>
        </p:sp>
      </p:grpSp>
      <p:sp>
        <p:nvSpPr>
          <p:cNvPr id="6" name="Freeform 6"/>
          <p:cNvSpPr/>
          <p:nvPr/>
        </p:nvSpPr>
        <p:spPr>
          <a:xfrm>
            <a:off x="10604752" y="-331733"/>
            <a:ext cx="11845513" cy="10950466"/>
          </a:xfrm>
          <a:custGeom>
            <a:avLst/>
            <a:gdLst/>
            <a:ahLst/>
            <a:cxnLst/>
            <a:rect l="l" t="t" r="r" b="b"/>
            <a:pathLst>
              <a:path w="11845513" h="10950466">
                <a:moveTo>
                  <a:pt x="0" y="0"/>
                </a:moveTo>
                <a:lnTo>
                  <a:pt x="11845513" y="0"/>
                </a:lnTo>
                <a:lnTo>
                  <a:pt x="11845513" y="10950466"/>
                </a:lnTo>
                <a:lnTo>
                  <a:pt x="0" y="10950466"/>
                </a:lnTo>
                <a:lnTo>
                  <a:pt x="0" y="0"/>
                </a:lnTo>
                <a:close/>
              </a:path>
            </a:pathLst>
          </a:custGeom>
          <a:blipFill>
            <a:blip r:embed="rId2"/>
            <a:stretch>
              <a:fillRect t="-7846" b="-7846"/>
            </a:stretch>
          </a:blipFill>
        </p:spPr>
      </p:sp>
      <p:sp>
        <p:nvSpPr>
          <p:cNvPr id="7" name="TextBox 7"/>
          <p:cNvSpPr txBox="1"/>
          <p:nvPr/>
        </p:nvSpPr>
        <p:spPr>
          <a:xfrm>
            <a:off x="1627490" y="1556724"/>
            <a:ext cx="8020543" cy="1992630"/>
          </a:xfrm>
          <a:prstGeom prst="rect">
            <a:avLst/>
          </a:prstGeom>
        </p:spPr>
        <p:txBody>
          <a:bodyPr lIns="0" tIns="0" rIns="0" bIns="0" rtlCol="0" anchor="t">
            <a:spAutoFit/>
          </a:bodyPr>
          <a:lstStyle/>
          <a:p>
            <a:pPr algn="l">
              <a:lnSpc>
                <a:spcPts val="7770"/>
              </a:lnSpc>
            </a:pPr>
            <a:r>
              <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l">
              <a:lnSpc>
                <a:spcPts val="7770"/>
              </a:lnSpc>
            </a:pPr>
            <a:endParaRPr lang="en-US" altLang="en-GB" sz="7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8" name="TextBox 8"/>
          <p:cNvSpPr txBox="1"/>
          <p:nvPr/>
        </p:nvSpPr>
        <p:spPr>
          <a:xfrm>
            <a:off x="1627490" y="4914190"/>
            <a:ext cx="7512993" cy="657860"/>
          </a:xfrm>
          <a:prstGeom prst="rect">
            <a:avLst/>
          </a:prstGeom>
        </p:spPr>
        <p:txBody>
          <a:bodyPr lIns="0" tIns="0" rIns="0" bIns="0" rtlCol="0" anchor="t">
            <a:spAutoFit/>
          </a:bodyPr>
          <a:lstStyle/>
          <a:p>
            <a:pPr marL="0" lvl="0" indent="0" algn="l">
              <a:lnSpc>
                <a:spcPts val="2565"/>
              </a:lnSpc>
              <a:spcBef>
                <a:spcPct val="0"/>
              </a:spcBef>
            </a:pPr>
            <a:r>
              <a:rPr lang="en-US" altLang="en-GB" sz="1900" b="1" u="none" spc="113">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1900" b="1" u="none" spc="113">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marL="0" lvl="0" indent="0" algn="l">
              <a:lnSpc>
                <a:spcPts val="2565"/>
              </a:lnSpc>
              <a:spcBef>
                <a:spcPct val="0"/>
              </a:spcBef>
            </a:pPr>
            <a:endParaRPr lang="en-US" altLang="en-GB" sz="1900" b="1" u="none" spc="113">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
        <p:nvSpPr>
          <p:cNvPr id="9" name="TextBox 9"/>
          <p:cNvSpPr txBox="1"/>
          <p:nvPr/>
        </p:nvSpPr>
        <p:spPr>
          <a:xfrm>
            <a:off x="2228597" y="7218901"/>
            <a:ext cx="6348230" cy="276860"/>
          </a:xfrm>
          <a:prstGeom prst="rect">
            <a:avLst/>
          </a:prstGeom>
        </p:spPr>
        <p:txBody>
          <a:bodyPr lIns="0" tIns="0" rIns="0" bIns="0" rtlCol="0" anchor="t">
            <a:spAutoFit/>
          </a:bodyPr>
          <a:lstStyle/>
          <a:p>
            <a:pPr marL="0" lvl="0" indent="0" algn="ctr">
              <a:lnSpc>
                <a:spcPts val="2160"/>
              </a:lnSpc>
              <a:spcBef>
                <a:spcPct val="0"/>
              </a:spcBef>
            </a:pPr>
            <a:endParaRPr lang="en-US" sz="1600" u="none" spc="96">
              <a:solidFill>
                <a:srgbClr val="000000"/>
              </a:solidFill>
              <a:latin typeface="Montserrat" panose="00000500000000000000"/>
              <a:ea typeface="Montserrat" panose="00000500000000000000"/>
              <a:cs typeface="Montserrat" panose="00000500000000000000"/>
              <a:sym typeface="Montserrat"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TextBox 3"/>
          <p:cNvSpPr txBox="1"/>
          <p:nvPr/>
        </p:nvSpPr>
        <p:spPr>
          <a:xfrm>
            <a:off x="2320080" y="2805474"/>
            <a:ext cx="13647840" cy="2298065"/>
          </a:xfrm>
          <a:prstGeom prst="rect">
            <a:avLst/>
          </a:prstGeom>
        </p:spPr>
        <p:txBody>
          <a:bodyPr lIns="0" tIns="0" rIns="0" bIns="0" rtlCol="0" anchor="t">
            <a:spAutoFit/>
          </a:bodyPr>
          <a:lstStyle/>
          <a:p>
            <a:pPr algn="ctr">
              <a:lnSpc>
                <a:spcPts val="8960"/>
              </a:lnSpc>
            </a:pPr>
            <a:r>
              <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rPr>
              <a:t>title</a:t>
            </a: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a:p>
            <a:pPr algn="ctr">
              <a:lnSpc>
                <a:spcPts val="8960"/>
              </a:lnSpc>
            </a:pPr>
            <a:endParaRPr lang="en-US" altLang="en-GB" sz="8000"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
        <p:nvSpPr>
          <p:cNvPr id="4" name="TextBox 4"/>
          <p:cNvSpPr txBox="1"/>
          <p:nvPr/>
        </p:nvSpPr>
        <p:spPr>
          <a:xfrm>
            <a:off x="3849770" y="5427302"/>
            <a:ext cx="10588460" cy="2513330"/>
          </a:xfrm>
          <a:prstGeom prst="rect">
            <a:avLst/>
          </a:prstGeom>
        </p:spPr>
        <p:txBody>
          <a:bodyPr lIns="0" tIns="0" rIns="0" bIns="0" rtlCol="0" anchor="t">
            <a:spAutoFit/>
          </a:bodyPr>
          <a:lstStyle/>
          <a:p>
            <a:pPr algn="ctr">
              <a:lnSpc>
                <a:spcPts val="2800"/>
              </a:lnSpc>
            </a:pPr>
            <a:r>
              <a:rPr lang="en-US"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Lorem ipsum dolor sit amet, consectetur adipiscing elit, sed do eiusmod tempor incididunt ut labore et dolore magna aliqua. Ut enim ad minim veniam, quis nostrud exercitation ullamco laboris nisi ut aliquip ex ea commodo consequat. Duis aute irure dolor in</a:t>
            </a:r>
            <a:r>
              <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paragraph</a:t>
            </a:r>
            <a:endParaRPr lang="en-US" altLang="en-GB"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a:p>
            <a:pPr algn="ctr">
              <a:lnSpc>
                <a:spcPts val="2800"/>
              </a:lnSpc>
            </a:pPr>
            <a:r>
              <a:rPr lang="en-US"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rPr>
              <a:t> reprehenderit in voluptate velit esse cillum dolore eu fugiat nulla pariatur. Excepteur sint occaecat cupidatat non proident, sunt in culpa qui officia deserunt mollit anim id est laborum.</a:t>
            </a:r>
            <a:endParaRPr lang="en-US" sz="2000" b="1">
              <a:solidFill>
                <a:srgbClr val="FFFFFF"/>
              </a:solidFill>
              <a:latin typeface="Quicksand Medium" panose="00000600000000000000"/>
              <a:ea typeface="Quicksand Medium" panose="00000600000000000000"/>
              <a:cs typeface="Quicksand Medium" panose="00000600000000000000"/>
              <a:sym typeface="Quicksand Medium" panose="00000600000000000000"/>
            </a:endParaRPr>
          </a:p>
        </p:txBody>
      </p:sp>
      <p:sp>
        <p:nvSpPr>
          <p:cNvPr id="5" name="Freeform 5"/>
          <p:cNvSpPr/>
          <p:nvPr/>
        </p:nvSpPr>
        <p:spPr>
          <a:xfrm>
            <a:off x="-1096465" y="8337319"/>
            <a:ext cx="3290500" cy="3552497"/>
          </a:xfrm>
          <a:custGeom>
            <a:avLst/>
            <a:gdLst/>
            <a:ahLst/>
            <a:cxnLst/>
            <a:rect l="l" t="t" r="r" b="b"/>
            <a:pathLst>
              <a:path w="3290500" h="3552497">
                <a:moveTo>
                  <a:pt x="0" y="0"/>
                </a:moveTo>
                <a:lnTo>
                  <a:pt x="3290499" y="0"/>
                </a:lnTo>
                <a:lnTo>
                  <a:pt x="3290499" y="3552497"/>
                </a:lnTo>
                <a:lnTo>
                  <a:pt x="0" y="3552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438230" y="8726764"/>
            <a:ext cx="4374043" cy="1813240"/>
          </a:xfrm>
          <a:custGeom>
            <a:avLst/>
            <a:gdLst/>
            <a:ahLst/>
            <a:cxnLst/>
            <a:rect l="l" t="t" r="r" b="b"/>
            <a:pathLst>
              <a:path w="4374043" h="1813240">
                <a:moveTo>
                  <a:pt x="0" y="0"/>
                </a:moveTo>
                <a:lnTo>
                  <a:pt x="4374043" y="0"/>
                </a:lnTo>
                <a:lnTo>
                  <a:pt x="4374043" y="1813240"/>
                </a:lnTo>
                <a:lnTo>
                  <a:pt x="0" y="1813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850159" y="-893753"/>
            <a:ext cx="4311967" cy="1787506"/>
          </a:xfrm>
          <a:custGeom>
            <a:avLst/>
            <a:gdLst/>
            <a:ahLst/>
            <a:cxnLst/>
            <a:rect l="l" t="t" r="r" b="b"/>
            <a:pathLst>
              <a:path w="4311967" h="1787506">
                <a:moveTo>
                  <a:pt x="0" y="0"/>
                </a:moveTo>
                <a:lnTo>
                  <a:pt x="4311967" y="0"/>
                </a:lnTo>
                <a:lnTo>
                  <a:pt x="4311967" y="1787506"/>
                </a:lnTo>
                <a:lnTo>
                  <a:pt x="0" y="1787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7063573" y="3698749"/>
            <a:ext cx="2448853" cy="2889502"/>
          </a:xfrm>
          <a:custGeom>
            <a:avLst/>
            <a:gdLst/>
            <a:ahLst/>
            <a:cxnLst/>
            <a:rect l="l" t="t" r="r" b="b"/>
            <a:pathLst>
              <a:path w="2448853" h="2889502">
                <a:moveTo>
                  <a:pt x="0" y="0"/>
                </a:moveTo>
                <a:lnTo>
                  <a:pt x="2448854" y="0"/>
                </a:lnTo>
                <a:lnTo>
                  <a:pt x="2448854" y="2889502"/>
                </a:lnTo>
                <a:lnTo>
                  <a:pt x="0" y="28895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277" b="-9277"/>
            </a:stretch>
          </a:blipFill>
        </p:spPr>
      </p:sp>
      <p:sp>
        <p:nvSpPr>
          <p:cNvPr id="3" name="Freeform 3"/>
          <p:cNvSpPr/>
          <p:nvPr/>
        </p:nvSpPr>
        <p:spPr>
          <a:xfrm>
            <a:off x="1028700" y="8449183"/>
            <a:ext cx="2916026" cy="3188497"/>
          </a:xfrm>
          <a:custGeom>
            <a:avLst/>
            <a:gdLst/>
            <a:ahLst/>
            <a:cxnLst/>
            <a:rect l="l" t="t" r="r" b="b"/>
            <a:pathLst>
              <a:path w="2916026" h="3188497">
                <a:moveTo>
                  <a:pt x="0" y="0"/>
                </a:moveTo>
                <a:lnTo>
                  <a:pt x="2916026" y="0"/>
                </a:lnTo>
                <a:lnTo>
                  <a:pt x="2916026" y="3188497"/>
                </a:lnTo>
                <a:lnTo>
                  <a:pt x="0" y="3188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16914" y="252317"/>
            <a:ext cx="3375295" cy="1354317"/>
          </a:xfrm>
          <a:custGeom>
            <a:avLst/>
            <a:gdLst/>
            <a:ahLst/>
            <a:cxnLst/>
            <a:rect l="l" t="t" r="r" b="b"/>
            <a:pathLst>
              <a:path w="3375295" h="1354317">
                <a:moveTo>
                  <a:pt x="0" y="0"/>
                </a:moveTo>
                <a:lnTo>
                  <a:pt x="3375295" y="0"/>
                </a:lnTo>
                <a:lnTo>
                  <a:pt x="3375295" y="1354318"/>
                </a:lnTo>
                <a:lnTo>
                  <a:pt x="0" y="13543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601255" y="8449183"/>
            <a:ext cx="2329628" cy="2304214"/>
          </a:xfrm>
          <a:custGeom>
            <a:avLst/>
            <a:gdLst/>
            <a:ahLst/>
            <a:cxnLst/>
            <a:rect l="l" t="t" r="r" b="b"/>
            <a:pathLst>
              <a:path w="2329628" h="2304214">
                <a:moveTo>
                  <a:pt x="0" y="0"/>
                </a:moveTo>
                <a:lnTo>
                  <a:pt x="2329628" y="0"/>
                </a:lnTo>
                <a:lnTo>
                  <a:pt x="2329628" y="2304214"/>
                </a:lnTo>
                <a:lnTo>
                  <a:pt x="0" y="23042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6800039" y="929476"/>
            <a:ext cx="2520812" cy="3754258"/>
          </a:xfrm>
          <a:custGeom>
            <a:avLst/>
            <a:gdLst/>
            <a:ahLst/>
            <a:cxnLst/>
            <a:rect l="l" t="t" r="r" b="b"/>
            <a:pathLst>
              <a:path w="2520812" h="3754258">
                <a:moveTo>
                  <a:pt x="0" y="0"/>
                </a:moveTo>
                <a:lnTo>
                  <a:pt x="2520812" y="0"/>
                </a:lnTo>
                <a:lnTo>
                  <a:pt x="2520812" y="3754258"/>
                </a:lnTo>
                <a:lnTo>
                  <a:pt x="0" y="375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4940194" y="-1604172"/>
            <a:ext cx="3651751" cy="3479123"/>
          </a:xfrm>
          <a:custGeom>
            <a:avLst/>
            <a:gdLst/>
            <a:ahLst/>
            <a:cxnLst/>
            <a:rect l="l" t="t" r="r" b="b"/>
            <a:pathLst>
              <a:path w="3651751" h="3479123">
                <a:moveTo>
                  <a:pt x="0" y="0"/>
                </a:moveTo>
                <a:lnTo>
                  <a:pt x="3651750" y="0"/>
                </a:lnTo>
                <a:lnTo>
                  <a:pt x="3651750" y="3479122"/>
                </a:lnTo>
                <a:lnTo>
                  <a:pt x="0" y="347912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48932" y="5395619"/>
            <a:ext cx="988244" cy="3053564"/>
          </a:xfrm>
          <a:custGeom>
            <a:avLst/>
            <a:gdLst/>
            <a:ahLst/>
            <a:cxnLst/>
            <a:rect l="l" t="t" r="r" b="b"/>
            <a:pathLst>
              <a:path w="988244" h="3053564">
                <a:moveTo>
                  <a:pt x="0" y="0"/>
                </a:moveTo>
                <a:lnTo>
                  <a:pt x="988244" y="0"/>
                </a:lnTo>
                <a:lnTo>
                  <a:pt x="988244" y="3053564"/>
                </a:lnTo>
                <a:lnTo>
                  <a:pt x="0" y="305356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4978514" y="8977148"/>
            <a:ext cx="3290500" cy="3552497"/>
          </a:xfrm>
          <a:custGeom>
            <a:avLst/>
            <a:gdLst/>
            <a:ahLst/>
            <a:cxnLst/>
            <a:rect l="l" t="t" r="r" b="b"/>
            <a:pathLst>
              <a:path w="3290500" h="3552497">
                <a:moveTo>
                  <a:pt x="0" y="0"/>
                </a:moveTo>
                <a:lnTo>
                  <a:pt x="3290500" y="0"/>
                </a:lnTo>
                <a:lnTo>
                  <a:pt x="3290500" y="3552497"/>
                </a:lnTo>
                <a:lnTo>
                  <a:pt x="0" y="355249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9564414" y="9258300"/>
            <a:ext cx="4740262" cy="1965054"/>
          </a:xfrm>
          <a:custGeom>
            <a:avLst/>
            <a:gdLst/>
            <a:ahLst/>
            <a:cxnLst/>
            <a:rect l="l" t="t" r="r" b="b"/>
            <a:pathLst>
              <a:path w="4740262" h="1965054">
                <a:moveTo>
                  <a:pt x="0" y="0"/>
                </a:moveTo>
                <a:lnTo>
                  <a:pt x="4740262" y="0"/>
                </a:lnTo>
                <a:lnTo>
                  <a:pt x="4740262" y="1965054"/>
                </a:lnTo>
                <a:lnTo>
                  <a:pt x="0" y="19650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a:off x="4972572" y="-949396"/>
            <a:ext cx="5042144" cy="2090198"/>
          </a:xfrm>
          <a:custGeom>
            <a:avLst/>
            <a:gdLst/>
            <a:ahLst/>
            <a:cxnLst/>
            <a:rect l="l" t="t" r="r" b="b"/>
            <a:pathLst>
              <a:path w="5042144" h="2090198">
                <a:moveTo>
                  <a:pt x="0" y="0"/>
                </a:moveTo>
                <a:lnTo>
                  <a:pt x="5042144" y="0"/>
                </a:lnTo>
                <a:lnTo>
                  <a:pt x="5042144" y="2090198"/>
                </a:lnTo>
                <a:lnTo>
                  <a:pt x="0" y="209019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2" name="Freeform 12"/>
          <p:cNvSpPr/>
          <p:nvPr/>
        </p:nvSpPr>
        <p:spPr>
          <a:xfrm>
            <a:off x="11395079" y="-2411695"/>
            <a:ext cx="3290500" cy="3552497"/>
          </a:xfrm>
          <a:custGeom>
            <a:avLst/>
            <a:gdLst/>
            <a:ahLst/>
            <a:cxnLst/>
            <a:rect l="l" t="t" r="r" b="b"/>
            <a:pathLst>
              <a:path w="3290500" h="3552497">
                <a:moveTo>
                  <a:pt x="0" y="0"/>
                </a:moveTo>
                <a:lnTo>
                  <a:pt x="3290500" y="0"/>
                </a:lnTo>
                <a:lnTo>
                  <a:pt x="3290500" y="3552497"/>
                </a:lnTo>
                <a:lnTo>
                  <a:pt x="0" y="355249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3" name="Freeform 13"/>
          <p:cNvSpPr/>
          <p:nvPr/>
        </p:nvSpPr>
        <p:spPr>
          <a:xfrm>
            <a:off x="17259300" y="5395619"/>
            <a:ext cx="3307270" cy="4114800"/>
          </a:xfrm>
          <a:custGeom>
            <a:avLst/>
            <a:gdLst/>
            <a:ahLst/>
            <a:cxnLst/>
            <a:rect l="l" t="t" r="r" b="b"/>
            <a:pathLst>
              <a:path w="3307270" h="4114800">
                <a:moveTo>
                  <a:pt x="0" y="0"/>
                </a:moveTo>
                <a:lnTo>
                  <a:pt x="3307270" y="0"/>
                </a:lnTo>
                <a:lnTo>
                  <a:pt x="3307270"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4" name="Freeform 14"/>
          <p:cNvSpPr/>
          <p:nvPr/>
        </p:nvSpPr>
        <p:spPr>
          <a:xfrm>
            <a:off x="-1224427" y="1874950"/>
            <a:ext cx="2448853" cy="2889502"/>
          </a:xfrm>
          <a:custGeom>
            <a:avLst/>
            <a:gdLst/>
            <a:ahLst/>
            <a:cxnLst/>
            <a:rect l="l" t="t" r="r" b="b"/>
            <a:pathLst>
              <a:path w="2448853" h="2889502">
                <a:moveTo>
                  <a:pt x="0" y="0"/>
                </a:moveTo>
                <a:lnTo>
                  <a:pt x="2448854" y="0"/>
                </a:lnTo>
                <a:lnTo>
                  <a:pt x="2448854" y="2889503"/>
                </a:lnTo>
                <a:lnTo>
                  <a:pt x="0" y="288950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5" name="TextBox 15"/>
          <p:cNvSpPr txBox="1"/>
          <p:nvPr/>
        </p:nvSpPr>
        <p:spPr>
          <a:xfrm>
            <a:off x="3177108" y="3403680"/>
            <a:ext cx="11933784" cy="3574889"/>
          </a:xfrm>
          <a:prstGeom prst="rect">
            <a:avLst/>
          </a:prstGeom>
        </p:spPr>
        <p:txBody>
          <a:bodyPr lIns="0" tIns="0" rIns="0" bIns="0" rtlCol="0" anchor="t">
            <a:spAutoFit/>
          </a:bodyPr>
          <a:lstStyle/>
          <a:p>
            <a:pPr algn="ctr">
              <a:lnSpc>
                <a:spcPts val="13980"/>
              </a:lnSpc>
            </a:pPr>
            <a:r>
              <a:rPr lang="en-US" sz="12485" b="1">
                <a:solidFill>
                  <a:srgbClr val="FFFFFF"/>
                </a:solidFill>
                <a:latin typeface="Quicksand Bold" panose="00000800000000000000"/>
                <a:ea typeface="Quicksand Bold" panose="00000800000000000000"/>
                <a:cs typeface="Quicksand Bold" panose="00000800000000000000"/>
                <a:sym typeface="Quicksand Bold" panose="00000800000000000000"/>
              </a:rPr>
              <a:t>THANK YOU VERY MUCH!</a:t>
            </a:r>
            <a:endParaRPr lang="en-US" sz="12485" b="1">
              <a:solidFill>
                <a:srgbClr val="FFFFFF"/>
              </a:solidFill>
              <a:latin typeface="Quicksand Bold" panose="00000800000000000000"/>
              <a:ea typeface="Quicksand Bold" panose="00000800000000000000"/>
              <a:cs typeface="Quicksand Bold" panose="00000800000000000000"/>
              <a:sym typeface="Quicksand Bold" panose="000008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Words>
  <Application>WPS Presentation</Application>
  <PresentationFormat>On-screen Show (4:3)</PresentationFormat>
  <Paragraphs>56</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Quicksand Bold</vt:lpstr>
      <vt:lpstr>Quicksand Medium</vt:lpstr>
      <vt:lpstr>Montserrat</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Modern Science Presentation</dc:title>
  <dc:creator/>
  <cp:lastModifiedBy>99891</cp:lastModifiedBy>
  <cp:revision>3</cp:revision>
  <dcterms:created xsi:type="dcterms:W3CDTF">2006-08-16T00:00:00Z</dcterms:created>
  <dcterms:modified xsi:type="dcterms:W3CDTF">2024-12-24T00:53:56Z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5384BA933EE84A0280CF2470E7B55BCC_13</vt:lpwstr>
  </property>
  <property fmtid="{D5CDD505-2E9C-101B-9397-08002B2CF9AE}" pid="3" name="KSOProductBuildVer">
    <vt:lpwstr>2057-12.2.0.19307</vt:lpwstr>
  </property>
</Properties>
</file>